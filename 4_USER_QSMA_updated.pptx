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  <p:sldId id="265" r:id="rId11"/>
    <p:sldId id="268" r:id="rId12"/>
    <p:sldId id="267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A66C7-3336-4673-9DCD-915B54B4611B}" v="4" dt="2025-12-12T11:00:23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EN DAS" userId="b9afea382c7b7ba7" providerId="LiveId" clId="{23571449-6439-43B7-ABFF-726B2DB69ECF}"/>
    <pc:docChg chg="custSel addSld modSld">
      <pc:chgData name="SOUMEN DAS" userId="b9afea382c7b7ba7" providerId="LiveId" clId="{23571449-6439-43B7-ABFF-726B2DB69ECF}" dt="2025-12-12T11:00:32.892" v="81" actId="1076"/>
      <pc:docMkLst>
        <pc:docMk/>
      </pc:docMkLst>
      <pc:sldChg chg="addSp modSp mod">
        <pc:chgData name="SOUMEN DAS" userId="b9afea382c7b7ba7" providerId="LiveId" clId="{23571449-6439-43B7-ABFF-726B2DB69ECF}" dt="2025-12-12T11:00:32.892" v="81" actId="1076"/>
        <pc:sldMkLst>
          <pc:docMk/>
          <pc:sldMk cId="679633867" sldId="256"/>
        </pc:sldMkLst>
        <pc:picChg chg="add mod">
          <ac:chgData name="SOUMEN DAS" userId="b9afea382c7b7ba7" providerId="LiveId" clId="{23571449-6439-43B7-ABFF-726B2DB69ECF}" dt="2025-12-12T11:00:32.892" v="81" actId="1076"/>
          <ac:picMkLst>
            <pc:docMk/>
            <pc:sldMk cId="679633867" sldId="256"/>
            <ac:picMk id="6" creationId="{61E6DD0D-5F90-3935-ACA7-A3332C43F620}"/>
          </ac:picMkLst>
        </pc:picChg>
      </pc:sldChg>
      <pc:sldChg chg="addSp modSp mod">
        <pc:chgData name="SOUMEN DAS" userId="b9afea382c7b7ba7" providerId="LiveId" clId="{23571449-6439-43B7-ABFF-726B2DB69ECF}" dt="2025-12-12T10:51:11.972" v="8" actId="1076"/>
        <pc:sldMkLst>
          <pc:docMk/>
          <pc:sldMk cId="4066744478" sldId="257"/>
        </pc:sldMkLst>
        <pc:picChg chg="add mod">
          <ac:chgData name="SOUMEN DAS" userId="b9afea382c7b7ba7" providerId="LiveId" clId="{23571449-6439-43B7-ABFF-726B2DB69ECF}" dt="2025-12-12T10:51:11.972" v="8" actId="1076"/>
          <ac:picMkLst>
            <pc:docMk/>
            <pc:sldMk cId="4066744478" sldId="257"/>
            <ac:picMk id="3" creationId="{CF94C685-1E7C-78E3-6872-6E7A5023E20A}"/>
          </ac:picMkLst>
        </pc:picChg>
      </pc:sldChg>
      <pc:sldChg chg="addSp modSp mod">
        <pc:chgData name="SOUMEN DAS" userId="b9afea382c7b7ba7" providerId="LiveId" clId="{23571449-6439-43B7-ABFF-726B2DB69ECF}" dt="2025-12-12T10:51:37.299" v="13" actId="14100"/>
        <pc:sldMkLst>
          <pc:docMk/>
          <pc:sldMk cId="3783217601" sldId="258"/>
        </pc:sldMkLst>
        <pc:picChg chg="add mod">
          <ac:chgData name="SOUMEN DAS" userId="b9afea382c7b7ba7" providerId="LiveId" clId="{23571449-6439-43B7-ABFF-726B2DB69ECF}" dt="2025-12-12T10:51:37.299" v="13" actId="14100"/>
          <ac:picMkLst>
            <pc:docMk/>
            <pc:sldMk cId="3783217601" sldId="258"/>
            <ac:picMk id="3" creationId="{DAE42BD2-6E17-6757-229D-17255D5238F8}"/>
          </ac:picMkLst>
        </pc:picChg>
      </pc:sldChg>
      <pc:sldChg chg="addSp modSp mod">
        <pc:chgData name="SOUMEN DAS" userId="b9afea382c7b7ba7" providerId="LiveId" clId="{23571449-6439-43B7-ABFF-726B2DB69ECF}" dt="2025-12-12T10:52:08.284" v="16" actId="14100"/>
        <pc:sldMkLst>
          <pc:docMk/>
          <pc:sldMk cId="2465878738" sldId="259"/>
        </pc:sldMkLst>
        <pc:picChg chg="add mod">
          <ac:chgData name="SOUMEN DAS" userId="b9afea382c7b7ba7" providerId="LiveId" clId="{23571449-6439-43B7-ABFF-726B2DB69ECF}" dt="2025-12-12T10:52:08.284" v="16" actId="14100"/>
          <ac:picMkLst>
            <pc:docMk/>
            <pc:sldMk cId="2465878738" sldId="259"/>
            <ac:picMk id="3" creationId="{80B1C675-BE37-6B57-C7EE-AD07EA1A070B}"/>
          </ac:picMkLst>
        </pc:picChg>
      </pc:sldChg>
      <pc:sldChg chg="addSp modSp mod">
        <pc:chgData name="SOUMEN DAS" userId="b9afea382c7b7ba7" providerId="LiveId" clId="{23571449-6439-43B7-ABFF-726B2DB69ECF}" dt="2025-12-12T10:52:43.293" v="21" actId="14100"/>
        <pc:sldMkLst>
          <pc:docMk/>
          <pc:sldMk cId="4042728934" sldId="260"/>
        </pc:sldMkLst>
        <pc:picChg chg="add mod">
          <ac:chgData name="SOUMEN DAS" userId="b9afea382c7b7ba7" providerId="LiveId" clId="{23571449-6439-43B7-ABFF-726B2DB69ECF}" dt="2025-12-12T10:52:43.293" v="21" actId="14100"/>
          <ac:picMkLst>
            <pc:docMk/>
            <pc:sldMk cId="4042728934" sldId="260"/>
            <ac:picMk id="3" creationId="{6B6D64A6-DCA0-9AC0-7CAE-AA999A483FB6}"/>
          </ac:picMkLst>
        </pc:picChg>
      </pc:sldChg>
      <pc:sldChg chg="addSp modSp mod">
        <pc:chgData name="SOUMEN DAS" userId="b9afea382c7b7ba7" providerId="LiveId" clId="{23571449-6439-43B7-ABFF-726B2DB69ECF}" dt="2025-12-12T10:55:43.663" v="35" actId="14100"/>
        <pc:sldMkLst>
          <pc:docMk/>
          <pc:sldMk cId="2471209177" sldId="261"/>
        </pc:sldMkLst>
        <pc:picChg chg="add mod">
          <ac:chgData name="SOUMEN DAS" userId="b9afea382c7b7ba7" providerId="LiveId" clId="{23571449-6439-43B7-ABFF-726B2DB69ECF}" dt="2025-12-12T10:55:43.663" v="35" actId="14100"/>
          <ac:picMkLst>
            <pc:docMk/>
            <pc:sldMk cId="2471209177" sldId="261"/>
            <ac:picMk id="3" creationId="{77AD3A2C-D7D4-FEDA-6D6C-C511E53522AA}"/>
          </ac:picMkLst>
        </pc:picChg>
      </pc:sldChg>
      <pc:sldChg chg="addSp modSp mod">
        <pc:chgData name="SOUMEN DAS" userId="b9afea382c7b7ba7" providerId="LiveId" clId="{23571449-6439-43B7-ABFF-726B2DB69ECF}" dt="2025-12-12T10:53:09.524" v="24" actId="14100"/>
        <pc:sldMkLst>
          <pc:docMk/>
          <pc:sldMk cId="1380149393" sldId="262"/>
        </pc:sldMkLst>
        <pc:picChg chg="add mod">
          <ac:chgData name="SOUMEN DAS" userId="b9afea382c7b7ba7" providerId="LiveId" clId="{23571449-6439-43B7-ABFF-726B2DB69ECF}" dt="2025-12-12T10:53:09.524" v="24" actId="14100"/>
          <ac:picMkLst>
            <pc:docMk/>
            <pc:sldMk cId="1380149393" sldId="262"/>
            <ac:picMk id="3" creationId="{41F73E35-8AE2-2968-4F96-6BD465CBA88D}"/>
          </ac:picMkLst>
        </pc:picChg>
      </pc:sldChg>
      <pc:sldChg chg="addSp delSp modSp mod">
        <pc:chgData name="SOUMEN DAS" userId="b9afea382c7b7ba7" providerId="LiveId" clId="{23571449-6439-43B7-ABFF-726B2DB69ECF}" dt="2025-12-12T10:55:12.512" v="32" actId="14100"/>
        <pc:sldMkLst>
          <pc:docMk/>
          <pc:sldMk cId="135148235" sldId="263"/>
        </pc:sldMkLst>
        <pc:picChg chg="add del">
          <ac:chgData name="SOUMEN DAS" userId="b9afea382c7b7ba7" providerId="LiveId" clId="{23571449-6439-43B7-ABFF-726B2DB69ECF}" dt="2025-12-12T10:54:29.963" v="29" actId="478"/>
          <ac:picMkLst>
            <pc:docMk/>
            <pc:sldMk cId="135148235" sldId="263"/>
            <ac:picMk id="3" creationId="{26D8B493-8F96-8574-B46F-2875B967D2A1}"/>
          </ac:picMkLst>
        </pc:picChg>
        <pc:picChg chg="add mod">
          <ac:chgData name="SOUMEN DAS" userId="b9afea382c7b7ba7" providerId="LiveId" clId="{23571449-6439-43B7-ABFF-726B2DB69ECF}" dt="2025-12-12T10:55:12.512" v="32" actId="14100"/>
          <ac:picMkLst>
            <pc:docMk/>
            <pc:sldMk cId="135148235" sldId="263"/>
            <ac:picMk id="5" creationId="{E75EE40F-E1B6-D1E5-A7D7-8272FA2B085B}"/>
          </ac:picMkLst>
        </pc:picChg>
      </pc:sldChg>
      <pc:sldChg chg="addSp modSp mod">
        <pc:chgData name="SOUMEN DAS" userId="b9afea382c7b7ba7" providerId="LiveId" clId="{23571449-6439-43B7-ABFF-726B2DB69ECF}" dt="2025-12-12T10:53:33.708" v="27" actId="14100"/>
        <pc:sldMkLst>
          <pc:docMk/>
          <pc:sldMk cId="371768239" sldId="264"/>
        </pc:sldMkLst>
        <pc:picChg chg="add mod">
          <ac:chgData name="SOUMEN DAS" userId="b9afea382c7b7ba7" providerId="LiveId" clId="{23571449-6439-43B7-ABFF-726B2DB69ECF}" dt="2025-12-12T10:53:33.708" v="27" actId="14100"/>
          <ac:picMkLst>
            <pc:docMk/>
            <pc:sldMk cId="371768239" sldId="264"/>
            <ac:picMk id="3" creationId="{D921CF8C-9C94-73B7-BAD9-C3A084E9ECB5}"/>
          </ac:picMkLst>
        </pc:picChg>
      </pc:sldChg>
      <pc:sldChg chg="addSp modSp mod">
        <pc:chgData name="SOUMEN DAS" userId="b9afea382c7b7ba7" providerId="LiveId" clId="{23571449-6439-43B7-ABFF-726B2DB69ECF}" dt="2025-12-12T10:56:43.481" v="43" actId="14100"/>
        <pc:sldMkLst>
          <pc:docMk/>
          <pc:sldMk cId="902103338" sldId="265"/>
        </pc:sldMkLst>
        <pc:picChg chg="add mod">
          <ac:chgData name="SOUMEN DAS" userId="b9afea382c7b7ba7" providerId="LiveId" clId="{23571449-6439-43B7-ABFF-726B2DB69ECF}" dt="2025-12-12T10:56:43.481" v="43" actId="14100"/>
          <ac:picMkLst>
            <pc:docMk/>
            <pc:sldMk cId="902103338" sldId="265"/>
            <ac:picMk id="3" creationId="{780971CD-8534-D7D5-CE21-0E239EF04084}"/>
          </ac:picMkLst>
        </pc:picChg>
      </pc:sldChg>
      <pc:sldChg chg="addSp add mod">
        <pc:chgData name="SOUMEN DAS" userId="b9afea382c7b7ba7" providerId="LiveId" clId="{23571449-6439-43B7-ABFF-726B2DB69ECF}" dt="2025-12-12T10:58:02.314" v="50" actId="22"/>
        <pc:sldMkLst>
          <pc:docMk/>
          <pc:sldMk cId="3257868541" sldId="266"/>
        </pc:sldMkLst>
        <pc:picChg chg="add">
          <ac:chgData name="SOUMEN DAS" userId="b9afea382c7b7ba7" providerId="LiveId" clId="{23571449-6439-43B7-ABFF-726B2DB69ECF}" dt="2025-12-12T10:58:02.314" v="50" actId="22"/>
          <ac:picMkLst>
            <pc:docMk/>
            <pc:sldMk cId="3257868541" sldId="266"/>
            <ac:picMk id="3" creationId="{7FEBFE0F-5885-1A75-5552-42BB9B2211B9}"/>
          </ac:picMkLst>
        </pc:picChg>
      </pc:sldChg>
      <pc:sldChg chg="addSp modSp add mod">
        <pc:chgData name="SOUMEN DAS" userId="b9afea382c7b7ba7" providerId="LiveId" clId="{23571449-6439-43B7-ABFF-726B2DB69ECF}" dt="2025-12-12T10:57:36.540" v="49" actId="14100"/>
        <pc:sldMkLst>
          <pc:docMk/>
          <pc:sldMk cId="2963382364" sldId="267"/>
        </pc:sldMkLst>
        <pc:picChg chg="add mod">
          <ac:chgData name="SOUMEN DAS" userId="b9afea382c7b7ba7" providerId="LiveId" clId="{23571449-6439-43B7-ABFF-726B2DB69ECF}" dt="2025-12-12T10:57:36.540" v="49" actId="14100"/>
          <ac:picMkLst>
            <pc:docMk/>
            <pc:sldMk cId="2963382364" sldId="267"/>
            <ac:picMk id="3" creationId="{4B9DF969-1A84-148D-466E-42D5B4BA2010}"/>
          </ac:picMkLst>
        </pc:picChg>
      </pc:sldChg>
      <pc:sldChg chg="addSp modSp add mod">
        <pc:chgData name="SOUMEN DAS" userId="b9afea382c7b7ba7" providerId="LiveId" clId="{23571449-6439-43B7-ABFF-726B2DB69ECF}" dt="2025-12-12T10:57:05.537" v="46" actId="14100"/>
        <pc:sldMkLst>
          <pc:docMk/>
          <pc:sldMk cId="2967846828" sldId="268"/>
        </pc:sldMkLst>
        <pc:picChg chg="add mod">
          <ac:chgData name="SOUMEN DAS" userId="b9afea382c7b7ba7" providerId="LiveId" clId="{23571449-6439-43B7-ABFF-726B2DB69ECF}" dt="2025-12-12T10:57:05.537" v="46" actId="14100"/>
          <ac:picMkLst>
            <pc:docMk/>
            <pc:sldMk cId="2967846828" sldId="268"/>
            <ac:picMk id="3" creationId="{F2E2C395-8FBD-B44C-E1E0-5E965EAAE26A}"/>
          </ac:picMkLst>
        </pc:picChg>
      </pc:sldChg>
      <pc:sldChg chg="addSp delSp modSp add mod">
        <pc:chgData name="SOUMEN DAS" userId="b9afea382c7b7ba7" providerId="LiveId" clId="{23571449-6439-43B7-ABFF-726B2DB69ECF}" dt="2025-12-12T10:58:49.838" v="80" actId="1076"/>
        <pc:sldMkLst>
          <pc:docMk/>
          <pc:sldMk cId="2598144861" sldId="269"/>
        </pc:sldMkLst>
        <pc:spChg chg="add mod">
          <ac:chgData name="SOUMEN DAS" userId="b9afea382c7b7ba7" providerId="LiveId" clId="{23571449-6439-43B7-ABFF-726B2DB69ECF}" dt="2025-12-12T10:58:49.838" v="80" actId="1076"/>
          <ac:spMkLst>
            <pc:docMk/>
            <pc:sldMk cId="2598144861" sldId="269"/>
            <ac:spMk id="2" creationId="{098A1892-E590-98E4-3473-2A3D48C6B7C5}"/>
          </ac:spMkLst>
        </pc:spChg>
        <pc:picChg chg="del">
          <ac:chgData name="SOUMEN DAS" userId="b9afea382c7b7ba7" providerId="LiveId" clId="{23571449-6439-43B7-ABFF-726B2DB69ECF}" dt="2025-12-12T10:58:07.228" v="52" actId="478"/>
          <ac:picMkLst>
            <pc:docMk/>
            <pc:sldMk cId="2598144861" sldId="269"/>
            <ac:picMk id="3" creationId="{4D970116-783B-78AA-997F-0C0F325BC0F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948F38-2696-B2BF-3A78-FEF529970B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2025BSZ8209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E336D8-1F34-6082-4D48-4C0D57CA28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5707-6CD0-498C-8D3D-58A173BA2D41}" type="datetime1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0087A-7DCF-4C78-C5FE-4904954268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ABB04-473C-1F91-E9F4-80443AF7F3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A64D9-D20E-40E6-9E36-33E0E74EB3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49146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2025BSZ8209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BCC2A-03C5-489C-8280-5F6852A9226B}" type="datetime1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4D97E-0932-4A33-BEFF-506420AFD5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36277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4D97E-0932-4A33-BEFF-506420AFD54F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9D5D1-1960-3A35-641B-EA2D59771CC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35FD2DA-A00B-40B5-B546-63D73890DFEE}" type="datetime1">
              <a:rPr lang="en-IN" smtClean="0"/>
              <a:t>12-12-2025</a:t>
            </a:fld>
            <a:endParaRPr lang="en-IN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756AB12-1EA0-CEAE-6109-83C438C4D1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2025BSZ8209</a:t>
            </a:r>
          </a:p>
        </p:txBody>
      </p:sp>
    </p:spTree>
    <p:extLst>
      <p:ext uri="{BB962C8B-B14F-4D97-AF65-F5344CB8AC3E}">
        <p14:creationId xmlns:p14="http://schemas.microsoft.com/office/powerpoint/2010/main" val="380348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5AFE-7717-CC38-8C0C-9E0E70C29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5A513-9CAA-F3A1-0EA2-C50612255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AE565-01BD-A258-7E24-99879A71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AFE79-B08C-5EB0-2D4E-E60FA6B3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EC230-8A38-F91E-1ED9-75D129BF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17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8939-010C-2FE7-66A4-8AF2C3CA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F1340-8F68-9419-BE45-1140A95B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30E-97FE-C00A-DA97-2C12BCD1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34054-1910-8826-9AC0-FD248AF1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7D74E-158A-7AD4-C547-CF20F589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59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634E-83D1-8E9D-C218-F7D8703F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6595A-219D-D2CA-FE1A-AF5B7423B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F9666-B7A3-0AAD-40BA-4A7FF7F6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53913-0416-BFC3-EF4F-E74B8F3E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A895C-2A7D-9F9F-5177-6E179863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69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6B83-73C9-9207-87E4-86301A9B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D980D-13F8-85C6-76E7-72DCB8C32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CF786-C097-6A05-997E-6022FABE0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B89C6-6FF8-4404-D50F-7FDA8AB5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25826-0466-D2ED-21B0-5E413EE5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4AD8-F4DA-163E-DA26-D7D33E83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6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A126-82E5-767C-380D-B5838932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A1F14-5C04-8367-FFC5-926D9D037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12BCB-83D6-E018-2B3E-622116C3C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BC24F-7606-28FC-DE89-34DA3FD44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E7330-2B00-FFDA-3F9D-5CA7E380C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6ECB3-C7FB-B90B-510A-0C70E811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F3505-B375-DA81-97CD-F76DA2FA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F93A9-6B3E-AABC-EBFE-CA3A6347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62B1-FBDB-116D-7D88-89DED48C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7D85-16BE-CF9A-6ACE-26C4B7D7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90E3E-36D7-EBAB-0547-CEE7815F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C2DF8-681E-7BFF-9CAA-F190ECCA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25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E299D-3DAF-3BB9-2194-04460CAE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5D500-88B5-219A-1D2E-D299C6FD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191BB-C144-924B-D749-54F76BC3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68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FC57-34D0-D68B-B520-33C97700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3874-A5B1-7115-3843-B69D2A76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F9A14-7A20-079E-2194-DE135E015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813C0-D050-7628-57DA-7A4AF230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9DEBF-CCE4-9406-36DD-92354302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8AFA1-D972-6789-0AA4-333EB3DF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0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A942-3702-F845-259E-9F05548A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34510-6928-BCB4-557C-3E2054DCB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E2542-D4EE-D347-FE80-4CAC8C61E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9075F-B3C9-D145-C39D-CA992568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702C4-2B68-8351-432B-C237F06D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FA536-71DD-DF2E-C534-0430A754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6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F4E5-DD6F-D9C1-A26F-C1C98194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3B0C-9189-836A-6BFD-44DB9402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794B4-D3DD-670D-48C6-15AFEBD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41BD1-CBCF-5C66-4A9B-B5FA365E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3187C-2209-E446-E65C-A862801E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35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7D91B-6F9A-4442-F42B-DB032CA35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428F6-F154-6840-C520-7DDEEACA1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A9C3D-E6DB-E928-6AC6-60B2D51A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8ECE-F6F3-C0BD-33E4-25B01478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41AE-7664-4232-27B7-E4BC5183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5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CA2E8-5635-BACD-FB4C-12CD052C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148AA-BD3E-F684-E318-4B33D5673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5B30-EBA7-F08E-05D5-F31536B6B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31023-52BA-4958-9C49-47E881CBBCF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50F51-6F88-4CFE-A532-9705B8DC6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6109D-697F-573E-7A7E-0321D432A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D8EEA-7352-4A1C-8013-157C448076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9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C80CA5-1D64-7DE4-CA6B-D7F30D077FD8}"/>
              </a:ext>
            </a:extLst>
          </p:cNvPr>
          <p:cNvSpPr txBox="1"/>
          <p:nvPr/>
        </p:nvSpPr>
        <p:spPr>
          <a:xfrm>
            <a:off x="209549" y="200025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 USER_QSMA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6DD0D-5F90-3935-ACA7-A3332C43F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1" y="569357"/>
            <a:ext cx="11695940" cy="60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3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D7E0-DB3B-3D40-D28B-E7C68573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4C685-1E7C-78E3-6872-6E7A5023E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98" y="114300"/>
            <a:ext cx="866111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4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96C2-A84A-0B18-BC45-AB5DA920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E42BD2-6E17-6757-229D-17255D52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18873"/>
            <a:ext cx="11786616" cy="66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1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0E39-7DC7-2296-36A7-BD449681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1C675-BE37-6B57-C7EE-AD07EA1A0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96" y="73152"/>
            <a:ext cx="9816007" cy="660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4C4C-195F-32E3-A072-89B5E3954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D64A6-DCA0-9AC0-7CAE-AA999A48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55448"/>
            <a:ext cx="11868912" cy="66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2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8031-1CD0-856C-152C-9BD4CAEB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73E35-8AE2-2968-4F96-6BD465CB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44" y="118872"/>
            <a:ext cx="10189512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4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7C42-3799-0BAF-EEDD-F734224E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21CF8C-9C94-73B7-BAD9-C3A084E9E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50" y="91440"/>
            <a:ext cx="10233700" cy="66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C3A1-F210-5F3A-13E3-00EF1DF7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5EE40F-E1B6-D1E5-A7D7-8272FA2B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74812"/>
            <a:ext cx="11823192" cy="65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4C96-3ABD-65CC-4E82-93A68985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AD3A2C-D7D4-FEDA-6D6C-C511E5352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39" y="137160"/>
            <a:ext cx="9721122" cy="65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0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EF47-AC57-1E9E-0D92-E8A8706A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0971CD-8534-D7D5-CE21-0E239EF0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16250"/>
            <a:ext cx="11905488" cy="644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03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EC18-9C7F-688A-8817-F639249C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2C395-8FBD-B44C-E1E0-5E965EAA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34083"/>
            <a:ext cx="11942064" cy="638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46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8DC0-AA8D-944C-B079-7C313F75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DF969-1A84-148D-466E-42D5B4BA2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33" y="118872"/>
            <a:ext cx="10611134" cy="66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8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36EA-107D-2CDE-8CB6-FD0677BC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BFE0F-5885-1A75-5552-42BB9B221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213864"/>
            <a:ext cx="8945223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6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7581-EFEC-0E2B-5548-2A39608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8A1892-E590-98E4-3473-2A3D48C6B7C5}"/>
              </a:ext>
            </a:extLst>
          </p:cNvPr>
          <p:cNvSpPr txBox="1"/>
          <p:nvPr/>
        </p:nvSpPr>
        <p:spPr>
          <a:xfrm>
            <a:off x="3748278" y="2002536"/>
            <a:ext cx="4695444" cy="1107996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70C0"/>
                </a:solidFill>
              </a:rPr>
              <a:t>Thank You</a:t>
            </a:r>
            <a:endParaRPr lang="en-IN" sz="6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4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</Words>
  <Application>Microsoft Office PowerPoint</Application>
  <PresentationFormat>Widescreen</PresentationFormat>
  <Paragraphs>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SOUMEN DAS</dc:creator>
  <cp:lastModifiedBy>SOUMEN DAS</cp:lastModifiedBy>
  <cp:revision>1</cp:revision>
  <dcterms:created xsi:type="dcterms:W3CDTF">2025-12-12T10:48:27Z</dcterms:created>
  <dcterms:modified xsi:type="dcterms:W3CDTF">2025-12-12T11:00:39Z</dcterms:modified>
</cp:coreProperties>
</file>