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8" r:id="rId8"/>
    <p:sldId id="267" r:id="rId9"/>
    <p:sldId id="266" r:id="rId10"/>
    <p:sldId id="261" r:id="rId11"/>
    <p:sldId id="265" r:id="rId12"/>
    <p:sldId id="264" r:id="rId13"/>
    <p:sldId id="263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11CCC-73E1-434A-A1CB-4084BADE6307}" v="3" dt="2025-12-12T10:41:23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MEN DAS" userId="b9afea382c7b7ba7" providerId="LiveId" clId="{23571449-6439-43B7-ABFF-726B2DB69ECF}"/>
    <pc:docChg chg="delSld modSld">
      <pc:chgData name="SOUMEN DAS" userId="b9afea382c7b7ba7" providerId="LiveId" clId="{23571449-6439-43B7-ABFF-726B2DB69ECF}" dt="2025-12-12T10:41:32.087" v="114" actId="403"/>
      <pc:docMkLst>
        <pc:docMk/>
      </pc:docMkLst>
      <pc:sldChg chg="addSp modSp mod">
        <pc:chgData name="SOUMEN DAS" userId="b9afea382c7b7ba7" providerId="LiveId" clId="{23571449-6439-43B7-ABFF-726B2DB69ECF}" dt="2025-12-12T10:41:32.087" v="114" actId="403"/>
        <pc:sldMkLst>
          <pc:docMk/>
          <pc:sldMk cId="2611144035" sldId="256"/>
        </pc:sldMkLst>
        <pc:spChg chg="add mod">
          <ac:chgData name="SOUMEN DAS" userId="b9afea382c7b7ba7" providerId="LiveId" clId="{23571449-6439-43B7-ABFF-726B2DB69ECF}" dt="2025-12-12T10:41:32.087" v="114" actId="403"/>
          <ac:spMkLst>
            <pc:docMk/>
            <pc:sldMk cId="2611144035" sldId="256"/>
            <ac:spMk id="6" creationId="{241EE5D0-B5C8-8DF0-AC3F-64EA45A31D7F}"/>
          </ac:spMkLst>
        </pc:spChg>
        <pc:picChg chg="add mod">
          <ac:chgData name="SOUMEN DAS" userId="b9afea382c7b7ba7" providerId="LiveId" clId="{23571449-6439-43B7-ABFF-726B2DB69ECF}" dt="2025-12-12T10:28:10.604" v="4" actId="1076"/>
          <ac:picMkLst>
            <pc:docMk/>
            <pc:sldMk cId="2611144035" sldId="256"/>
            <ac:picMk id="5" creationId="{EA751430-792A-83AD-AE85-2739BF0C98FB}"/>
          </ac:picMkLst>
        </pc:picChg>
      </pc:sldChg>
      <pc:sldChg chg="addSp modSp mod">
        <pc:chgData name="SOUMEN DAS" userId="b9afea382c7b7ba7" providerId="LiveId" clId="{23571449-6439-43B7-ABFF-726B2DB69ECF}" dt="2025-12-12T10:29:24.460" v="32" actId="14100"/>
        <pc:sldMkLst>
          <pc:docMk/>
          <pc:sldMk cId="1638536765" sldId="257"/>
        </pc:sldMkLst>
        <pc:picChg chg="add mod">
          <ac:chgData name="SOUMEN DAS" userId="b9afea382c7b7ba7" providerId="LiveId" clId="{23571449-6439-43B7-ABFF-726B2DB69ECF}" dt="2025-12-12T10:29:24.460" v="32" actId="14100"/>
          <ac:picMkLst>
            <pc:docMk/>
            <pc:sldMk cId="1638536765" sldId="257"/>
            <ac:picMk id="3" creationId="{F4084EC6-31E8-C861-7B53-EFE2C275A44C}"/>
          </ac:picMkLst>
        </pc:picChg>
      </pc:sldChg>
      <pc:sldChg chg="addSp modSp mod">
        <pc:chgData name="SOUMEN DAS" userId="b9afea382c7b7ba7" providerId="LiveId" clId="{23571449-6439-43B7-ABFF-726B2DB69ECF}" dt="2025-12-12T10:29:52.173" v="36" actId="1076"/>
        <pc:sldMkLst>
          <pc:docMk/>
          <pc:sldMk cId="2418822994" sldId="258"/>
        </pc:sldMkLst>
        <pc:picChg chg="add mod">
          <ac:chgData name="SOUMEN DAS" userId="b9afea382c7b7ba7" providerId="LiveId" clId="{23571449-6439-43B7-ABFF-726B2DB69ECF}" dt="2025-12-12T10:29:52.173" v="36" actId="1076"/>
          <ac:picMkLst>
            <pc:docMk/>
            <pc:sldMk cId="2418822994" sldId="258"/>
            <ac:picMk id="3" creationId="{EDFFFEFC-3416-A578-9681-10418DCD4DA2}"/>
          </ac:picMkLst>
        </pc:picChg>
      </pc:sldChg>
      <pc:sldChg chg="addSp modSp mod">
        <pc:chgData name="SOUMEN DAS" userId="b9afea382c7b7ba7" providerId="LiveId" clId="{23571449-6439-43B7-ABFF-726B2DB69ECF}" dt="2025-12-12T10:30:25.998" v="39" actId="14100"/>
        <pc:sldMkLst>
          <pc:docMk/>
          <pc:sldMk cId="1192774108" sldId="259"/>
        </pc:sldMkLst>
        <pc:picChg chg="add mod">
          <ac:chgData name="SOUMEN DAS" userId="b9afea382c7b7ba7" providerId="LiveId" clId="{23571449-6439-43B7-ABFF-726B2DB69ECF}" dt="2025-12-12T10:30:25.998" v="39" actId="14100"/>
          <ac:picMkLst>
            <pc:docMk/>
            <pc:sldMk cId="1192774108" sldId="259"/>
            <ac:picMk id="3" creationId="{1E581661-09AE-A63D-30CA-A486016F7442}"/>
          </ac:picMkLst>
        </pc:picChg>
      </pc:sldChg>
      <pc:sldChg chg="addSp modSp mod">
        <pc:chgData name="SOUMEN DAS" userId="b9afea382c7b7ba7" providerId="LiveId" clId="{23571449-6439-43B7-ABFF-726B2DB69ECF}" dt="2025-12-12T10:30:49.145" v="42" actId="14100"/>
        <pc:sldMkLst>
          <pc:docMk/>
          <pc:sldMk cId="550434993" sldId="260"/>
        </pc:sldMkLst>
        <pc:picChg chg="add mod">
          <ac:chgData name="SOUMEN DAS" userId="b9afea382c7b7ba7" providerId="LiveId" clId="{23571449-6439-43B7-ABFF-726B2DB69ECF}" dt="2025-12-12T10:30:49.145" v="42" actId="14100"/>
          <ac:picMkLst>
            <pc:docMk/>
            <pc:sldMk cId="550434993" sldId="260"/>
            <ac:picMk id="3" creationId="{3F761957-C776-E168-4DC2-6F866EE7A004}"/>
          </ac:picMkLst>
        </pc:picChg>
      </pc:sldChg>
      <pc:sldChg chg="addSp modSp mod">
        <pc:chgData name="SOUMEN DAS" userId="b9afea382c7b7ba7" providerId="LiveId" clId="{23571449-6439-43B7-ABFF-726B2DB69ECF}" dt="2025-12-12T10:35:11.632" v="68" actId="14100"/>
        <pc:sldMkLst>
          <pc:docMk/>
          <pc:sldMk cId="2920063750" sldId="261"/>
        </pc:sldMkLst>
        <pc:picChg chg="add mod">
          <ac:chgData name="SOUMEN DAS" userId="b9afea382c7b7ba7" providerId="LiveId" clId="{23571449-6439-43B7-ABFF-726B2DB69ECF}" dt="2025-12-12T10:35:11.632" v="68" actId="14100"/>
          <ac:picMkLst>
            <pc:docMk/>
            <pc:sldMk cId="2920063750" sldId="261"/>
            <ac:picMk id="3" creationId="{91A98521-C4F6-5087-303D-CDCA8BCE7265}"/>
          </ac:picMkLst>
        </pc:picChg>
      </pc:sldChg>
      <pc:sldChg chg="addSp modSp mod">
        <pc:chgData name="SOUMEN DAS" userId="b9afea382c7b7ba7" providerId="LiveId" clId="{23571449-6439-43B7-ABFF-726B2DB69ECF}" dt="2025-12-12T10:31:19.343" v="46" actId="1076"/>
        <pc:sldMkLst>
          <pc:docMk/>
          <pc:sldMk cId="2806223709" sldId="262"/>
        </pc:sldMkLst>
        <pc:picChg chg="add mod">
          <ac:chgData name="SOUMEN DAS" userId="b9afea382c7b7ba7" providerId="LiveId" clId="{23571449-6439-43B7-ABFF-726B2DB69ECF}" dt="2025-12-12T10:31:19.343" v="46" actId="1076"/>
          <ac:picMkLst>
            <pc:docMk/>
            <pc:sldMk cId="2806223709" sldId="262"/>
            <ac:picMk id="3" creationId="{87FF6241-8E22-C598-273F-58309C8FF0E2}"/>
          </ac:picMkLst>
        </pc:picChg>
      </pc:sldChg>
      <pc:sldChg chg="addSp modSp mod">
        <pc:chgData name="SOUMEN DAS" userId="b9afea382c7b7ba7" providerId="LiveId" clId="{23571449-6439-43B7-ABFF-726B2DB69ECF}" dt="2025-12-12T10:37:13.504" v="83" actId="14100"/>
        <pc:sldMkLst>
          <pc:docMk/>
          <pc:sldMk cId="2209156946" sldId="263"/>
        </pc:sldMkLst>
        <pc:picChg chg="add mod">
          <ac:chgData name="SOUMEN DAS" userId="b9afea382c7b7ba7" providerId="LiveId" clId="{23571449-6439-43B7-ABFF-726B2DB69ECF}" dt="2025-12-12T10:37:13.504" v="83" actId="14100"/>
          <ac:picMkLst>
            <pc:docMk/>
            <pc:sldMk cId="2209156946" sldId="263"/>
            <ac:picMk id="3" creationId="{AF68FB6C-C19D-2B85-9668-0DC7522F8CF1}"/>
          </ac:picMkLst>
        </pc:picChg>
      </pc:sldChg>
      <pc:sldChg chg="addSp modSp mod">
        <pc:chgData name="SOUMEN DAS" userId="b9afea382c7b7ba7" providerId="LiveId" clId="{23571449-6439-43B7-ABFF-726B2DB69ECF}" dt="2025-12-12T10:36:31.649" v="78" actId="14100"/>
        <pc:sldMkLst>
          <pc:docMk/>
          <pc:sldMk cId="666325345" sldId="264"/>
        </pc:sldMkLst>
        <pc:picChg chg="add mod">
          <ac:chgData name="SOUMEN DAS" userId="b9afea382c7b7ba7" providerId="LiveId" clId="{23571449-6439-43B7-ABFF-726B2DB69ECF}" dt="2025-12-12T10:36:31.649" v="78" actId="14100"/>
          <ac:picMkLst>
            <pc:docMk/>
            <pc:sldMk cId="666325345" sldId="264"/>
            <ac:picMk id="3" creationId="{0CBD02A6-4FEE-6E9D-181F-6D9EE2D72291}"/>
          </ac:picMkLst>
        </pc:picChg>
      </pc:sldChg>
      <pc:sldChg chg="addSp modSp mod">
        <pc:chgData name="SOUMEN DAS" userId="b9afea382c7b7ba7" providerId="LiveId" clId="{23571449-6439-43B7-ABFF-726B2DB69ECF}" dt="2025-12-12T10:35:39.751" v="73" actId="14100"/>
        <pc:sldMkLst>
          <pc:docMk/>
          <pc:sldMk cId="1596057235" sldId="265"/>
        </pc:sldMkLst>
        <pc:picChg chg="add mod">
          <ac:chgData name="SOUMEN DAS" userId="b9afea382c7b7ba7" providerId="LiveId" clId="{23571449-6439-43B7-ABFF-726B2DB69ECF}" dt="2025-12-12T10:35:39.751" v="73" actId="14100"/>
          <ac:picMkLst>
            <pc:docMk/>
            <pc:sldMk cId="1596057235" sldId="265"/>
            <ac:picMk id="3" creationId="{B6206406-1B47-9964-FDC5-BA59F09D4F66}"/>
          </ac:picMkLst>
        </pc:picChg>
      </pc:sldChg>
      <pc:sldChg chg="addSp modSp mod">
        <pc:chgData name="SOUMEN DAS" userId="b9afea382c7b7ba7" providerId="LiveId" clId="{23571449-6439-43B7-ABFF-726B2DB69ECF}" dt="2025-12-12T10:34:38.742" v="63" actId="14100"/>
        <pc:sldMkLst>
          <pc:docMk/>
          <pc:sldMk cId="3472951063" sldId="266"/>
        </pc:sldMkLst>
        <pc:picChg chg="add mod">
          <ac:chgData name="SOUMEN DAS" userId="b9afea382c7b7ba7" providerId="LiveId" clId="{23571449-6439-43B7-ABFF-726B2DB69ECF}" dt="2025-12-12T10:34:38.742" v="63" actId="14100"/>
          <ac:picMkLst>
            <pc:docMk/>
            <pc:sldMk cId="3472951063" sldId="266"/>
            <ac:picMk id="3" creationId="{B463BF6B-10CD-9143-8DA2-E9860D71F649}"/>
          </ac:picMkLst>
        </pc:picChg>
      </pc:sldChg>
      <pc:sldChg chg="addSp modSp mod">
        <pc:chgData name="SOUMEN DAS" userId="b9afea382c7b7ba7" providerId="LiveId" clId="{23571449-6439-43B7-ABFF-726B2DB69ECF}" dt="2025-12-12T10:33:53.178" v="58" actId="14100"/>
        <pc:sldMkLst>
          <pc:docMk/>
          <pc:sldMk cId="4110372430" sldId="267"/>
        </pc:sldMkLst>
        <pc:picChg chg="add mod">
          <ac:chgData name="SOUMEN DAS" userId="b9afea382c7b7ba7" providerId="LiveId" clId="{23571449-6439-43B7-ABFF-726B2DB69ECF}" dt="2025-12-12T10:33:53.178" v="58" actId="14100"/>
          <ac:picMkLst>
            <pc:docMk/>
            <pc:sldMk cId="4110372430" sldId="267"/>
            <ac:picMk id="3" creationId="{F4BD5441-75B3-26ED-848E-757F79873709}"/>
          </ac:picMkLst>
        </pc:picChg>
      </pc:sldChg>
      <pc:sldChg chg="addSp modSp mod">
        <pc:chgData name="SOUMEN DAS" userId="b9afea382c7b7ba7" providerId="LiveId" clId="{23571449-6439-43B7-ABFF-726B2DB69ECF}" dt="2025-12-12T10:32:07.906" v="53" actId="1076"/>
        <pc:sldMkLst>
          <pc:docMk/>
          <pc:sldMk cId="3294075645" sldId="268"/>
        </pc:sldMkLst>
        <pc:picChg chg="add mod">
          <ac:chgData name="SOUMEN DAS" userId="b9afea382c7b7ba7" providerId="LiveId" clId="{23571449-6439-43B7-ABFF-726B2DB69ECF}" dt="2025-12-12T10:32:07.906" v="53" actId="1076"/>
          <ac:picMkLst>
            <pc:docMk/>
            <pc:sldMk cId="3294075645" sldId="268"/>
            <ac:picMk id="3" creationId="{67EAFEE0-A50A-8FC3-327B-0B39188EC63B}"/>
          </ac:picMkLst>
        </pc:picChg>
      </pc:sldChg>
      <pc:sldChg chg="del">
        <pc:chgData name="SOUMEN DAS" userId="b9afea382c7b7ba7" providerId="LiveId" clId="{23571449-6439-43B7-ABFF-726B2DB69ECF}" dt="2025-12-12T10:40:43.208" v="84" actId="47"/>
        <pc:sldMkLst>
          <pc:docMk/>
          <pc:sldMk cId="3038760892" sldId="269"/>
        </pc:sldMkLst>
      </pc:sldChg>
      <pc:sldChg chg="addSp modSp mod">
        <pc:chgData name="SOUMEN DAS" userId="b9afea382c7b7ba7" providerId="LiveId" clId="{23571449-6439-43B7-ABFF-726B2DB69ECF}" dt="2025-12-12T10:41:23.587" v="112" actId="339"/>
        <pc:sldMkLst>
          <pc:docMk/>
          <pc:sldMk cId="2726151827" sldId="270"/>
        </pc:sldMkLst>
        <pc:spChg chg="add mod">
          <ac:chgData name="SOUMEN DAS" userId="b9afea382c7b7ba7" providerId="LiveId" clId="{23571449-6439-43B7-ABFF-726B2DB69ECF}" dt="2025-12-12T10:41:23.587" v="112" actId="339"/>
          <ac:spMkLst>
            <pc:docMk/>
            <pc:sldMk cId="2726151827" sldId="270"/>
            <ac:spMk id="2" creationId="{F4E20235-532F-A0AF-97BC-B4892A539A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C9E81-132C-4354-B9B6-8070434A54E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83115-0725-4716-A68E-5904A7014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39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83115-0725-4716-A68E-5904A7014CC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862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83115-0725-4716-A68E-5904A7014CC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976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83115-0725-4716-A68E-5904A7014CC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615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83115-0725-4716-A68E-5904A7014CC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787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83115-0725-4716-A68E-5904A7014CC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614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0934A-E3EB-0BAB-DDBD-4F27EB77A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BADD7-4CCC-5344-9156-5B99A41B1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473D9-7528-78FF-846E-FAC880A2C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6F80A-2848-2A01-55C7-89ABF6653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E9E05-0DC0-9124-F72C-F1401E516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6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29465-6D5E-4987-206D-351EB08B9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C6A94-61CC-0053-8F9C-E94084541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57FCA-9911-AEBF-7734-F6E23927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0800C-5F33-3857-C19B-A0EEFC85D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629B6-609A-11BF-0C1C-E22BB28C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19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9B48D-7B7A-D89C-1D5B-87FE916E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6BC9E-5D15-0DC5-FBFD-7AC6E7F1D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48FF2-DDDC-D00B-7E62-6DFC2FCB7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858B-FFCB-593E-BFC4-257A8D764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45605-4328-3C23-D95F-1D64DEC8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6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CD4C-18DF-8E98-00EB-00CACD9F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12FF4-2285-517A-4370-B00454D83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B928B-538E-4330-4994-1B88FE83D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5D4DB-CB8D-F8EB-44A0-AB9F728A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5B467-4301-4FF6-C3BF-0ABEFA9B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E5C4B-72BB-BC51-95F4-AAC84D62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57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E0450-0D6E-2237-E9ED-9E4E9EAF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957F2-EA9E-A506-D654-222DC6AFE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DF72B-6F37-0A98-DC8C-A79BDBAB9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10973-543C-F540-EBAB-9E39DF29C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8411C-56B0-B531-9FB5-A93F5FE60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C3DC5-DC8C-701A-C1CD-4244F99C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6D9F97-F5A4-CA83-9D7F-5B51511D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D2B108-AE84-2440-038E-0AAF51E9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733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91766-BD61-57D8-A616-5DBB47CD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EF8968-7252-2EF2-2D90-DE84E3250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D9F9E-EE72-7A1F-A798-37E8658B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B50FC-0862-C091-B351-8D5BB644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62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84B22-D0C0-5DD0-4D59-A4F1FB7CA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E4C9E-A99E-C96B-AE73-17AA775E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7A521-9C67-F9AB-1CF7-E5A8BE30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46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F68D-6B24-1A7F-CEF6-B8B6B875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1F2EC-824E-C377-C0E3-945B3FD24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54254-E1F6-25FE-745B-15F9E43C2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621F0-32ED-0A6D-6525-C75B8341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615BE-EF41-E0B2-E3DE-286C4D94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764BA-48BD-A8BF-69BA-41B11054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37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13DA-C508-5299-98E1-A3DBABD46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4FCAE-DC54-EEC8-A74A-A35100F77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B65C5-C864-E54E-F721-7014865CA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12502-B8B8-AA87-B99C-68A01849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84B14-4BA3-9461-3699-743E2BA6D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255F2-1BDC-A4AD-7A3B-5E0220D9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514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F93A8-63DA-4AFF-DB0D-6A3B2B53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C3408-C1C9-7969-2BB9-28C6A26BD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8C91B-0FFA-26E0-464E-F1890EC9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8B2EC-50B6-A7F5-21BD-7D73FACAD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4C0DF-E40D-E5A9-ECF4-0A8E2652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13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5778B6-84CA-C451-FB74-D97F07372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11056-CE5E-4769-F087-7F8B89E2C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0462A-1F89-6E8F-926D-071723CF1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B5405-936C-B916-E1CF-74F044B8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DB461-2835-953F-FB41-91E8845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13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B5E890-A543-808D-EF8A-9B3E34DBB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78994-644B-972C-99BA-CDC615900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1D1CC-63DB-5736-FD85-CA4A7D2442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84A6D-2369-4BD4-ACFE-A9AB6FC3701D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23575-46DD-366F-11DD-6C01B0989B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04AC0-05AF-40AD-B2B1-95C616F0F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B504A-7783-48DB-848D-BC84ED954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963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751430-792A-83AD-AE85-2739BF0C9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4" y="622392"/>
            <a:ext cx="11791951" cy="58418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1EE5D0-B5C8-8DF0-AC3F-64EA45A31D7F}"/>
              </a:ext>
            </a:extLst>
          </p:cNvPr>
          <p:cNvSpPr txBox="1"/>
          <p:nvPr/>
        </p:nvSpPr>
        <p:spPr>
          <a:xfrm>
            <a:off x="304799" y="133350"/>
            <a:ext cx="168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For 3 USER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144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66F9-BFF3-0483-2FC3-8E264884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84EC6-31E8-C861-7B53-EFE2C275A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7" y="246888"/>
            <a:ext cx="11137393" cy="643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536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E9E7-7D82-C5A8-8E39-C25DD271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FFFEFC-3416-A578-9681-10418DCD4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8" y="273818"/>
            <a:ext cx="11667744" cy="579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22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9C160-6014-9F91-3AA4-0B9879B83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81661-09AE-A63D-30CA-A486016F7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70" y="155448"/>
            <a:ext cx="11378459" cy="654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74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C03D-34D5-3DD3-350A-E8DA5B41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761957-C776-E168-4DC2-6F866EE7A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142461"/>
            <a:ext cx="11914632" cy="657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3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B1CC4-195F-EA84-EBF0-B6A42368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F6241-8E22-C598-273F-58309C8FF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" y="203031"/>
            <a:ext cx="11905488" cy="599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23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E923-AEAF-7538-1B22-C83C31EE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EAFEE0-A50A-8FC3-327B-0B39188EC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" y="146304"/>
            <a:ext cx="11183112" cy="656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75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6380B-CB84-9A82-2947-6D4450E1A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BD5441-75B3-26ED-848E-757F79873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98519"/>
            <a:ext cx="11534776" cy="633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7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11137-421B-FB13-EE49-5105480FE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63BF6B-10CD-9143-8DA2-E9860D71F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152400"/>
            <a:ext cx="11725276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51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656C1-30E1-4853-63B8-C9859AFF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A98521-C4F6-5087-303D-CDCA8BCE7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209550"/>
            <a:ext cx="11811000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63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A313C-F88E-3F2C-C6BE-623964825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06406-1B47-9964-FDC5-BA59F09D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61926"/>
            <a:ext cx="1194435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57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27456-03E5-847A-0734-BC0B0928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D02A6-4FEE-6E9D-181F-6D9EE2D72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89" y="114300"/>
            <a:ext cx="10451336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25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F068-F5BF-69AF-47BE-A078AA1B6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68FB6C-C19D-2B85-9668-0DC7522F8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2875"/>
            <a:ext cx="1181100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56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1881E-353E-49B7-851E-46F69E03E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E20235-532F-A0AF-97BC-B4892A539AC6}"/>
              </a:ext>
            </a:extLst>
          </p:cNvPr>
          <p:cNvSpPr txBox="1"/>
          <p:nvPr/>
        </p:nvSpPr>
        <p:spPr>
          <a:xfrm>
            <a:off x="4050792" y="2029968"/>
            <a:ext cx="4572000" cy="120032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0070C0"/>
                </a:solidFill>
              </a:rPr>
              <a:t>Thank You</a:t>
            </a:r>
            <a:endParaRPr lang="en-IN" sz="7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151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</Words>
  <Application>Microsoft Office PowerPoint</Application>
  <PresentationFormat>Widescreen</PresentationFormat>
  <Paragraphs>7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SOUMEN DAS</dc:creator>
  <cp:lastModifiedBy>SOUMEN DAS</cp:lastModifiedBy>
  <cp:revision>1</cp:revision>
  <dcterms:created xsi:type="dcterms:W3CDTF">2025-12-12T10:25:35Z</dcterms:created>
  <dcterms:modified xsi:type="dcterms:W3CDTF">2025-12-12T10:41:35Z</dcterms:modified>
</cp:coreProperties>
</file>