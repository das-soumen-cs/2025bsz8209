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59" r:id="rId6"/>
    <p:sldId id="265" r:id="rId7"/>
    <p:sldId id="264" r:id="rId8"/>
    <p:sldId id="263" r:id="rId9"/>
    <p:sldId id="262" r:id="rId10"/>
    <p:sldId id="261" r:id="rId11"/>
    <p:sldId id="266" r:id="rId12"/>
    <p:sldId id="26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5B921-8C84-4C86-BB4D-A063019BD73D}" v="5" dt="2025-12-12T10:24:21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MEN DAS" userId="b9afea382c7b7ba7" providerId="LiveId" clId="{23571449-6439-43B7-ABFF-726B2DB69ECF}"/>
    <pc:docChg chg="undo custSel addSld delSld modSld sldOrd">
      <pc:chgData name="SOUMEN DAS" userId="b9afea382c7b7ba7" providerId="LiveId" clId="{23571449-6439-43B7-ABFF-726B2DB69ECF}" dt="2025-12-12T10:24:26.848" v="109" actId="14100"/>
      <pc:docMkLst>
        <pc:docMk/>
      </pc:docMkLst>
      <pc:sldChg chg="addSp delSp modSp mod">
        <pc:chgData name="SOUMEN DAS" userId="b9afea382c7b7ba7" providerId="LiveId" clId="{23571449-6439-43B7-ABFF-726B2DB69ECF}" dt="2025-12-12T10:23:37.772" v="79" actId="1076"/>
        <pc:sldMkLst>
          <pc:docMk/>
          <pc:sldMk cId="743464989" sldId="256"/>
        </pc:sldMkLst>
        <pc:spChg chg="del">
          <ac:chgData name="SOUMEN DAS" userId="b9afea382c7b7ba7" providerId="LiveId" clId="{23571449-6439-43B7-ABFF-726B2DB69ECF}" dt="2025-12-12T10:22:56.715" v="67" actId="21"/>
          <ac:spMkLst>
            <pc:docMk/>
            <pc:sldMk cId="743464989" sldId="256"/>
            <ac:spMk id="4" creationId="{A53196C3-A038-C68F-75FF-D01468BB82B0}"/>
          </ac:spMkLst>
        </pc:spChg>
        <pc:spChg chg="add mod">
          <ac:chgData name="SOUMEN DAS" userId="b9afea382c7b7ba7" providerId="LiveId" clId="{23571449-6439-43B7-ABFF-726B2DB69ECF}" dt="2025-12-12T10:23:26.544" v="76" actId="1076"/>
          <ac:spMkLst>
            <pc:docMk/>
            <pc:sldMk cId="743464989" sldId="256"/>
            <ac:spMk id="7" creationId="{A53196C3-A038-C68F-75FF-D01468BB82B0}"/>
          </ac:spMkLst>
        </pc:spChg>
        <pc:spChg chg="add mod">
          <ac:chgData name="SOUMEN DAS" userId="b9afea382c7b7ba7" providerId="LiveId" clId="{23571449-6439-43B7-ABFF-726B2DB69ECF}" dt="2025-12-12T10:23:37.772" v="79" actId="1076"/>
          <ac:spMkLst>
            <pc:docMk/>
            <pc:sldMk cId="743464989" sldId="256"/>
            <ac:spMk id="8" creationId="{2032AE53-126D-AAFA-C12B-CFDD38BE942C}"/>
          </ac:spMkLst>
        </pc:spChg>
        <pc:picChg chg="add del mod">
          <ac:chgData name="SOUMEN DAS" userId="b9afea382c7b7ba7" providerId="LiveId" clId="{23571449-6439-43B7-ABFF-726B2DB69ECF}" dt="2025-12-12T10:23:27.814" v="77" actId="478"/>
          <ac:picMkLst>
            <pc:docMk/>
            <pc:sldMk cId="743464989" sldId="256"/>
            <ac:picMk id="6" creationId="{275CDED0-FE72-B348-F11E-39D02D4C205C}"/>
          </ac:picMkLst>
        </pc:picChg>
      </pc:sldChg>
      <pc:sldChg chg="addSp modSp mod">
        <pc:chgData name="SOUMEN DAS" userId="b9afea382c7b7ba7" providerId="LiveId" clId="{23571449-6439-43B7-ABFF-726B2DB69ECF}" dt="2025-12-12T10:14:37.039" v="7" actId="1076"/>
        <pc:sldMkLst>
          <pc:docMk/>
          <pc:sldMk cId="4135997521" sldId="257"/>
        </pc:sldMkLst>
        <pc:picChg chg="add mod">
          <ac:chgData name="SOUMEN DAS" userId="b9afea382c7b7ba7" providerId="LiveId" clId="{23571449-6439-43B7-ABFF-726B2DB69ECF}" dt="2025-12-12T10:14:37.039" v="7" actId="1076"/>
          <ac:picMkLst>
            <pc:docMk/>
            <pc:sldMk cId="4135997521" sldId="257"/>
            <ac:picMk id="3" creationId="{FD0EE87B-C569-5C34-CA4A-99F79F866903}"/>
          </ac:picMkLst>
        </pc:picChg>
      </pc:sldChg>
      <pc:sldChg chg="addSp modSp mod">
        <pc:chgData name="SOUMEN DAS" userId="b9afea382c7b7ba7" providerId="LiveId" clId="{23571449-6439-43B7-ABFF-726B2DB69ECF}" dt="2025-12-12T10:15:30.645" v="12" actId="14100"/>
        <pc:sldMkLst>
          <pc:docMk/>
          <pc:sldMk cId="121237870" sldId="258"/>
        </pc:sldMkLst>
        <pc:picChg chg="add mod">
          <ac:chgData name="SOUMEN DAS" userId="b9afea382c7b7ba7" providerId="LiveId" clId="{23571449-6439-43B7-ABFF-726B2DB69ECF}" dt="2025-12-12T10:15:30.645" v="12" actId="14100"/>
          <ac:picMkLst>
            <pc:docMk/>
            <pc:sldMk cId="121237870" sldId="258"/>
            <ac:picMk id="3" creationId="{C005365E-6CB1-2112-664B-1D807B40B9E8}"/>
          </ac:picMkLst>
        </pc:picChg>
      </pc:sldChg>
      <pc:sldChg chg="addSp modSp mod">
        <pc:chgData name="SOUMEN DAS" userId="b9afea382c7b7ba7" providerId="LiveId" clId="{23571449-6439-43B7-ABFF-726B2DB69ECF}" dt="2025-12-12T10:16:20.169" v="24" actId="1076"/>
        <pc:sldMkLst>
          <pc:docMk/>
          <pc:sldMk cId="3596483215" sldId="259"/>
        </pc:sldMkLst>
        <pc:picChg chg="add mod">
          <ac:chgData name="SOUMEN DAS" userId="b9afea382c7b7ba7" providerId="LiveId" clId="{23571449-6439-43B7-ABFF-726B2DB69ECF}" dt="2025-12-12T10:16:20.169" v="24" actId="1076"/>
          <ac:picMkLst>
            <pc:docMk/>
            <pc:sldMk cId="3596483215" sldId="259"/>
            <ac:picMk id="3" creationId="{BBBCB9B5-E13B-7529-8AE8-5964DB37B24E}"/>
          </ac:picMkLst>
        </pc:picChg>
      </pc:sldChg>
      <pc:sldChg chg="addSp modSp mod">
        <pc:chgData name="SOUMEN DAS" userId="b9afea382c7b7ba7" providerId="LiveId" clId="{23571449-6439-43B7-ABFF-726B2DB69ECF}" dt="2025-12-12T10:21:00.861" v="57" actId="14100"/>
        <pc:sldMkLst>
          <pc:docMk/>
          <pc:sldMk cId="4075884438" sldId="260"/>
        </pc:sldMkLst>
        <pc:picChg chg="add mod">
          <ac:chgData name="SOUMEN DAS" userId="b9afea382c7b7ba7" providerId="LiveId" clId="{23571449-6439-43B7-ABFF-726B2DB69ECF}" dt="2025-12-12T10:21:00.861" v="57" actId="14100"/>
          <ac:picMkLst>
            <pc:docMk/>
            <pc:sldMk cId="4075884438" sldId="260"/>
            <ac:picMk id="3" creationId="{3A7475DC-99A9-28E4-EF93-EE17FC9C2EF3}"/>
          </ac:picMkLst>
        </pc:picChg>
      </pc:sldChg>
      <pc:sldChg chg="addSp modSp add mod">
        <pc:chgData name="SOUMEN DAS" userId="b9afea382c7b7ba7" providerId="LiveId" clId="{23571449-6439-43B7-ABFF-726B2DB69ECF}" dt="2025-12-12T10:19:15.972" v="43" actId="14100"/>
        <pc:sldMkLst>
          <pc:docMk/>
          <pc:sldMk cId="2328535260" sldId="261"/>
        </pc:sldMkLst>
        <pc:picChg chg="add mod">
          <ac:chgData name="SOUMEN DAS" userId="b9afea382c7b7ba7" providerId="LiveId" clId="{23571449-6439-43B7-ABFF-726B2DB69ECF}" dt="2025-12-12T10:19:15.972" v="43" actId="14100"/>
          <ac:picMkLst>
            <pc:docMk/>
            <pc:sldMk cId="2328535260" sldId="261"/>
            <ac:picMk id="3" creationId="{9219089A-92D3-F7BE-6C53-412A3C9B1999}"/>
          </ac:picMkLst>
        </pc:picChg>
      </pc:sldChg>
      <pc:sldChg chg="new del">
        <pc:chgData name="SOUMEN DAS" userId="b9afea382c7b7ba7" providerId="LiveId" clId="{23571449-6439-43B7-ABFF-726B2DB69ECF}" dt="2025-12-12T10:15:35.394" v="14" actId="680"/>
        <pc:sldMkLst>
          <pc:docMk/>
          <pc:sldMk cId="2681680914" sldId="261"/>
        </pc:sldMkLst>
      </pc:sldChg>
      <pc:sldChg chg="addSp modSp add mod">
        <pc:chgData name="SOUMEN DAS" userId="b9afea382c7b7ba7" providerId="LiveId" clId="{23571449-6439-43B7-ABFF-726B2DB69ECF}" dt="2025-12-12T10:18:26.684" v="39" actId="1076"/>
        <pc:sldMkLst>
          <pc:docMk/>
          <pc:sldMk cId="3016862985" sldId="262"/>
        </pc:sldMkLst>
        <pc:picChg chg="add mod">
          <ac:chgData name="SOUMEN DAS" userId="b9afea382c7b7ba7" providerId="LiveId" clId="{23571449-6439-43B7-ABFF-726B2DB69ECF}" dt="2025-12-12T10:18:26.684" v="39" actId="1076"/>
          <ac:picMkLst>
            <pc:docMk/>
            <pc:sldMk cId="3016862985" sldId="262"/>
            <ac:picMk id="3" creationId="{22A10D3B-E5FB-2D97-00AF-60FB030FB98D}"/>
          </ac:picMkLst>
        </pc:picChg>
      </pc:sldChg>
      <pc:sldChg chg="addSp modSp add mod">
        <pc:chgData name="SOUMEN DAS" userId="b9afea382c7b7ba7" providerId="LiveId" clId="{23571449-6439-43B7-ABFF-726B2DB69ECF}" dt="2025-12-12T10:17:55.967" v="35" actId="14100"/>
        <pc:sldMkLst>
          <pc:docMk/>
          <pc:sldMk cId="3061831292" sldId="263"/>
        </pc:sldMkLst>
        <pc:picChg chg="add mod">
          <ac:chgData name="SOUMEN DAS" userId="b9afea382c7b7ba7" providerId="LiveId" clId="{23571449-6439-43B7-ABFF-726B2DB69ECF}" dt="2025-12-12T10:17:55.967" v="35" actId="14100"/>
          <ac:picMkLst>
            <pc:docMk/>
            <pc:sldMk cId="3061831292" sldId="263"/>
            <ac:picMk id="3" creationId="{FBCD1F0C-2FC8-9F11-5AA3-5D93FE0313D5}"/>
          </ac:picMkLst>
        </pc:picChg>
      </pc:sldChg>
      <pc:sldChg chg="addSp modSp add mod">
        <pc:chgData name="SOUMEN DAS" userId="b9afea382c7b7ba7" providerId="LiveId" clId="{23571449-6439-43B7-ABFF-726B2DB69ECF}" dt="2025-12-12T10:17:24.763" v="32" actId="14100"/>
        <pc:sldMkLst>
          <pc:docMk/>
          <pc:sldMk cId="887138342" sldId="264"/>
        </pc:sldMkLst>
        <pc:picChg chg="add mod">
          <ac:chgData name="SOUMEN DAS" userId="b9afea382c7b7ba7" providerId="LiveId" clId="{23571449-6439-43B7-ABFF-726B2DB69ECF}" dt="2025-12-12T10:17:24.763" v="32" actId="14100"/>
          <ac:picMkLst>
            <pc:docMk/>
            <pc:sldMk cId="887138342" sldId="264"/>
            <ac:picMk id="3" creationId="{5E992C1E-A885-8BEA-8381-3C24FC8A91E2}"/>
          </ac:picMkLst>
        </pc:picChg>
      </pc:sldChg>
      <pc:sldChg chg="addSp modSp add mod">
        <pc:chgData name="SOUMEN DAS" userId="b9afea382c7b7ba7" providerId="LiveId" clId="{23571449-6439-43B7-ABFF-726B2DB69ECF}" dt="2025-12-12T10:16:53.372" v="29" actId="14100"/>
        <pc:sldMkLst>
          <pc:docMk/>
          <pc:sldMk cId="3146883519" sldId="265"/>
        </pc:sldMkLst>
        <pc:picChg chg="add mod">
          <ac:chgData name="SOUMEN DAS" userId="b9afea382c7b7ba7" providerId="LiveId" clId="{23571449-6439-43B7-ABFF-726B2DB69ECF}" dt="2025-12-12T10:16:53.372" v="29" actId="14100"/>
          <ac:picMkLst>
            <pc:docMk/>
            <pc:sldMk cId="3146883519" sldId="265"/>
            <ac:picMk id="3" creationId="{68402A26-A739-A6C1-9990-7A4AB97F1DA8}"/>
          </ac:picMkLst>
        </pc:picChg>
      </pc:sldChg>
      <pc:sldChg chg="addSp modSp add mod ord">
        <pc:chgData name="SOUMEN DAS" userId="b9afea382c7b7ba7" providerId="LiveId" clId="{23571449-6439-43B7-ABFF-726B2DB69ECF}" dt="2025-12-12T10:20:04.172" v="49"/>
        <pc:sldMkLst>
          <pc:docMk/>
          <pc:sldMk cId="86680248" sldId="266"/>
        </pc:sldMkLst>
        <pc:picChg chg="add mod">
          <ac:chgData name="SOUMEN DAS" userId="b9afea382c7b7ba7" providerId="LiveId" clId="{23571449-6439-43B7-ABFF-726B2DB69ECF}" dt="2025-12-12T10:19:58.900" v="47" actId="14100"/>
          <ac:picMkLst>
            <pc:docMk/>
            <pc:sldMk cId="86680248" sldId="266"/>
            <ac:picMk id="3" creationId="{4048B369-A4E0-1CD4-D19A-391D50133AF7}"/>
          </ac:picMkLst>
        </pc:picChg>
      </pc:sldChg>
      <pc:sldChg chg="addSp delSp modSp add mod ord">
        <pc:chgData name="SOUMEN DAS" userId="b9afea382c7b7ba7" providerId="LiveId" clId="{23571449-6439-43B7-ABFF-726B2DB69ECF}" dt="2025-12-12T10:22:17.362" v="66"/>
        <pc:sldMkLst>
          <pc:docMk/>
          <pc:sldMk cId="4008380647" sldId="267"/>
        </pc:sldMkLst>
        <pc:picChg chg="add mod">
          <ac:chgData name="SOUMEN DAS" userId="b9afea382c7b7ba7" providerId="LiveId" clId="{23571449-6439-43B7-ABFF-726B2DB69ECF}" dt="2025-12-12T10:21:39.237" v="59" actId="14100"/>
          <ac:picMkLst>
            <pc:docMk/>
            <pc:sldMk cId="4008380647" sldId="267"/>
            <ac:picMk id="3" creationId="{40144222-21B3-9AAF-EBEB-6D3BF6E86AA1}"/>
          </ac:picMkLst>
        </pc:picChg>
        <pc:picChg chg="add del">
          <ac:chgData name="SOUMEN DAS" userId="b9afea382c7b7ba7" providerId="LiveId" clId="{23571449-6439-43B7-ABFF-726B2DB69ECF}" dt="2025-12-12T10:22:05.096" v="61" actId="22"/>
          <ac:picMkLst>
            <pc:docMk/>
            <pc:sldMk cId="4008380647" sldId="267"/>
            <ac:picMk id="5" creationId="{65351D42-6CE6-DA18-D9C1-DDE57DCB6E95}"/>
          </ac:picMkLst>
        </pc:picChg>
      </pc:sldChg>
      <pc:sldChg chg="addSp modSp add mod">
        <pc:chgData name="SOUMEN DAS" userId="b9afea382c7b7ba7" providerId="LiveId" clId="{23571449-6439-43B7-ABFF-726B2DB69ECF}" dt="2025-12-12T10:22:10.205" v="64" actId="1076"/>
        <pc:sldMkLst>
          <pc:docMk/>
          <pc:sldMk cId="726039856" sldId="268"/>
        </pc:sldMkLst>
        <pc:picChg chg="add mod">
          <ac:chgData name="SOUMEN DAS" userId="b9afea382c7b7ba7" providerId="LiveId" clId="{23571449-6439-43B7-ABFF-726B2DB69ECF}" dt="2025-12-12T10:22:10.205" v="64" actId="1076"/>
          <ac:picMkLst>
            <pc:docMk/>
            <pc:sldMk cId="726039856" sldId="268"/>
            <ac:picMk id="3" creationId="{210A0E37-5CBB-553D-54A6-AF43BBFD67E4}"/>
          </ac:picMkLst>
        </pc:picChg>
      </pc:sldChg>
      <pc:sldChg chg="addSp modSp add mod">
        <pc:chgData name="SOUMEN DAS" userId="b9afea382c7b7ba7" providerId="LiveId" clId="{23571449-6439-43B7-ABFF-726B2DB69ECF}" dt="2025-12-12T10:24:26.848" v="109" actId="14100"/>
        <pc:sldMkLst>
          <pc:docMk/>
          <pc:sldMk cId="451103154" sldId="269"/>
        </pc:sldMkLst>
        <pc:spChg chg="add mod">
          <ac:chgData name="SOUMEN DAS" userId="b9afea382c7b7ba7" providerId="LiveId" clId="{23571449-6439-43B7-ABFF-726B2DB69ECF}" dt="2025-12-12T10:24:26.848" v="109" actId="14100"/>
          <ac:spMkLst>
            <pc:docMk/>
            <pc:sldMk cId="451103154" sldId="269"/>
            <ac:spMk id="2" creationId="{4A37E619-0F54-B51B-4985-222EFB17E2DF}"/>
          </ac:spMkLst>
        </pc:spChg>
      </pc:sldChg>
      <pc:sldChg chg="add">
        <pc:chgData name="SOUMEN DAS" userId="b9afea382c7b7ba7" providerId="LiveId" clId="{23571449-6439-43B7-ABFF-726B2DB69ECF}" dt="2025-12-12T10:23:01.430" v="68" actId="2890"/>
        <pc:sldMkLst>
          <pc:docMk/>
          <pc:sldMk cId="759051083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FE2FF-3501-4D4B-93E9-252D4EB0FC51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B4C88-D64C-46C5-9732-0D3DB8EB2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61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B4C88-D64C-46C5-9732-0D3DB8EB212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57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B4C88-D64C-46C5-9732-0D3DB8EB212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63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F114-83CB-FEA3-31CB-AB0C473F8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66B57-45A5-EE6B-3DF1-75A03A4EF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D6643-9C82-AC34-4529-74B5E82D1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31E4D-ED3F-C63D-0A33-DB90206C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B8323-82E4-E067-3C0A-D667C0A6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31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4A82-A6DC-D892-4B69-50EF63FD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699EA-C532-9CE2-DAC1-CA76B18BC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5E289-38BD-F24E-842A-4FE359229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E6117-172F-8A0A-BD94-547AA69F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648FC-76E0-DD7B-25C4-FF69917C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98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3C9D-9538-D286-0AB4-159AD027D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29F9E-24CB-E494-1BB7-C4077FB68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CED04-7E40-4A76-0E43-B59D1C3F1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33DEB-1786-60B3-0023-4FE74DC5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9E4E3-1B38-9752-793B-5FB5434B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47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6A68B-F226-916C-ABB9-0CF04DF4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3C85-2AEF-86BA-7F56-755C3F761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7A201-4001-3B4B-5375-770BD8C0A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3A766-CF83-3E96-A14A-CDE561C4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8ED17-AEBE-DAD3-0CDA-7E387A58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CCF53-88D9-9396-D289-DD7BB161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49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EB047-1886-6497-8B5B-159760F2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5A0FD-7FD9-F474-4203-AAE0F94CF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D9C49-DF1E-F9E8-D610-E2228E795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DE5747-C907-E5F0-716F-8DA28FE00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CF107B-12DB-D12B-384B-1092D4812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ED1783-26A9-8B80-EF60-932CA64E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2F19A-97F7-0CFC-E7F5-FFEFA985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4A12B2-D0D4-2221-DD62-2C089874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577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1D50-C9C4-4751-B63C-58E0BED3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883E-34F4-F9ED-6F3F-29277E967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E2913-FAB2-9976-F6E4-8D2AE674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03949-A6B9-FC9B-73E2-F0B92041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65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3A5DC-8452-1D21-75AC-BFC7CD2D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97C92-BC27-C301-A314-2B6EB4F0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11081-35DC-7244-6A7E-1AB12CE2D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20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685E1-E772-F789-DE0C-217A7A5C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39E96-2648-E698-EAD6-FB5E0C360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B8D81-9502-9A9E-25A0-A45564E74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3075C-72C7-517F-19F7-991F04F2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A2F86-582A-2D05-4A04-9AB3F3A6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9FCA3-3CF2-413C-4B7E-1A2C4A587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27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3363-F1B3-D16A-A36C-FA48931A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9F8DF-71CD-2F7C-73AB-1BADD3A2D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A1E4-2B9B-E5CE-321A-517DF12A4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1AFC9-5856-F5CC-132F-C4AEB970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0228C-8E98-B8F4-C840-5740E29D2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00ADF-D8AC-93EF-A1C9-D29EC71D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26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0702-21EE-D9D2-B398-206558F9E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0418F-3EB3-62FE-12EF-2490007DD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34C5B-BCFC-0C27-1369-2068A5855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81D8D-E615-E054-6271-6806B05B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18E15-674E-15AD-8295-D1220D45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73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FC605C-E28F-BD5E-C455-F84FB7589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DCC7D-A9A8-3B7B-817E-5F04492CD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8F6C-58B7-0C90-C5F7-2AE016A6F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86241-4204-19D3-E747-7E7EA5228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98DF7-9A4D-F51F-F99D-C6B9F2E1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17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B7DD1-CCA3-8F48-A1F8-5927DCC9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C48E6-BD52-221C-9E2A-2020292FD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E41EC-64C3-8A28-089B-70089CD03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2F89A-D7D1-4FBB-9403-60367263E92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907D3-4AA6-F57A-C3A9-3C978F900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76C5B-EEF5-5A03-210E-03CBDAD83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61902-A4FC-4225-BB99-2FA2E75F0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36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5CDED0-FE72-B348-F11E-39D02D4C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455209"/>
            <a:ext cx="11690223" cy="60999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32AE53-126D-AAFA-C12B-CFDD38BE942C}"/>
              </a:ext>
            </a:extLst>
          </p:cNvPr>
          <p:cNvSpPr txBox="1"/>
          <p:nvPr/>
        </p:nvSpPr>
        <p:spPr>
          <a:xfrm>
            <a:off x="253364" y="58445"/>
            <a:ext cx="275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 2 USER QSMA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46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0C3B-A4D2-FC97-20CE-12AC262C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15FC89-27D1-DD18-F72F-739B27BDC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455209"/>
            <a:ext cx="11690223" cy="609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51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5B7EA-7AB4-09D1-9BD4-D8542DCCA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EE87B-C569-5C34-CA4A-99F79F866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219075"/>
            <a:ext cx="11477625" cy="594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9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BD03B-A862-C933-65A3-12FEE643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05365E-6CB1-2112-664B-1D807B40B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200155"/>
            <a:ext cx="11830050" cy="601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7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DAF40-4FC1-A26F-523D-3EB8D186C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BCB9B5-E13B-7529-8AE8-5964DB37B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52400"/>
            <a:ext cx="118110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8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3329-3FC8-0A82-F669-731429BEE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02A26-A739-A6C1-9990-7A4AB97F1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238462"/>
            <a:ext cx="11830050" cy="610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8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7207D-BEDD-4BBA-CE60-AC16A529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92C1E-A885-8BEA-8381-3C24FC8A9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398982"/>
            <a:ext cx="11877676" cy="606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3E26-C084-27D6-6AA0-C6A2F428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CD1F0C-2FC8-9F11-5AA3-5D93FE031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1925"/>
            <a:ext cx="11753850" cy="639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31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F808-9A7C-DE04-0E8B-20577E6B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10D3B-E5FB-2D97-00AF-60FB030FB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" y="199199"/>
            <a:ext cx="11972925" cy="605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62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5741-B3C5-F1C2-C682-C21A5D652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9089A-92D3-F7BE-6C53-412A3C9B1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3987"/>
            <a:ext cx="11830050" cy="63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35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E168-F6D7-89E7-223C-BB4FCF84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8B369-A4E0-1CD4-D19A-391D50133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67607"/>
            <a:ext cx="11753850" cy="632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0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E9907-0D6E-F615-D56E-F3FED4AE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475DC-99A9-28E4-EF93-EE17FC9C2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42416"/>
            <a:ext cx="11631167" cy="659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84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74C0-666B-9877-84E2-B9AAFE5C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44222-21B3-9AAF-EBEB-6D3BF6E86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8250"/>
            <a:ext cx="11917680" cy="620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80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6BA0-4FB8-2327-6B43-182C2D4F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A0E37-5CBB-553D-54A6-AF43BBFD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5648"/>
            <a:ext cx="11826240" cy="579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39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47D08-74E2-AA23-450D-E79AE269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7E619-0F54-B51B-4985-222EFB17E2DF}"/>
              </a:ext>
            </a:extLst>
          </p:cNvPr>
          <p:cNvSpPr txBox="1"/>
          <p:nvPr/>
        </p:nvSpPr>
        <p:spPr>
          <a:xfrm>
            <a:off x="4192524" y="1984248"/>
            <a:ext cx="5335524" cy="132343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0070C0"/>
                </a:solidFill>
              </a:rPr>
              <a:t>Thank You</a:t>
            </a:r>
            <a:endParaRPr lang="en-IN" sz="8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103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</Words>
  <Application>Microsoft Office PowerPoint</Application>
  <PresentationFormat>Widescreen</PresentationFormat>
  <Paragraphs>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SOUMEN DAS</dc:creator>
  <cp:lastModifiedBy>SOUMEN DAS</cp:lastModifiedBy>
  <cp:revision>1</cp:revision>
  <dcterms:created xsi:type="dcterms:W3CDTF">2025-12-12T10:11:53Z</dcterms:created>
  <dcterms:modified xsi:type="dcterms:W3CDTF">2025-12-12T10:24:29Z</dcterms:modified>
</cp:coreProperties>
</file>