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8" r:id="rId2"/>
    <p:sldId id="257" r:id="rId3"/>
    <p:sldId id="261" r:id="rId4"/>
    <p:sldId id="262" r:id="rId5"/>
    <p:sldId id="263" r:id="rId6"/>
    <p:sldId id="267" r:id="rId7"/>
    <p:sldId id="266" r:id="rId8"/>
    <p:sldId id="264" r:id="rId9"/>
    <p:sldId id="265" r:id="rId10"/>
    <p:sldId id="269" r:id="rId11"/>
    <p:sldId id="268" r:id="rId12"/>
    <p:sldId id="271" r:id="rId13"/>
    <p:sldId id="270" r:id="rId14"/>
    <p:sldId id="273" r:id="rId15"/>
    <p:sldId id="272" r:id="rId16"/>
    <p:sldId id="275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027B4D-F2C7-4AF1-BD8C-C15A483DEF1B}" v="17" dt="2025-12-05T12:50:48.3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MEN DAS" userId="b9afea382c7b7ba7" providerId="LiveId" clId="{23571449-6439-43B7-ABFF-726B2DB69ECF}"/>
    <pc:docChg chg="undo custSel addSld delSld modSld sldOrd">
      <pc:chgData name="SOUMEN DAS" userId="b9afea382c7b7ba7" providerId="LiveId" clId="{23571449-6439-43B7-ABFF-726B2DB69ECF}" dt="2025-12-05T12:51:46.512" v="245" actId="1076"/>
      <pc:docMkLst>
        <pc:docMk/>
      </pc:docMkLst>
      <pc:sldChg chg="addSp delSp modSp del mod">
        <pc:chgData name="SOUMEN DAS" userId="b9afea382c7b7ba7" providerId="LiveId" clId="{23571449-6439-43B7-ABFF-726B2DB69ECF}" dt="2025-12-05T12:50:07.966" v="200" actId="47"/>
        <pc:sldMkLst>
          <pc:docMk/>
          <pc:sldMk cId="3174466965" sldId="256"/>
        </pc:sldMkLst>
        <pc:spChg chg="add mod">
          <ac:chgData name="SOUMEN DAS" userId="b9afea382c7b7ba7" providerId="LiveId" clId="{23571449-6439-43B7-ABFF-726B2DB69ECF}" dt="2025-12-05T12:48:23.698" v="171" actId="767"/>
          <ac:spMkLst>
            <pc:docMk/>
            <pc:sldMk cId="3174466965" sldId="256"/>
            <ac:spMk id="4" creationId="{C498D678-0B19-46D5-D1D6-4881EF1C8277}"/>
          </ac:spMkLst>
        </pc:spChg>
        <pc:spChg chg="add del mod">
          <ac:chgData name="SOUMEN DAS" userId="b9afea382c7b7ba7" providerId="LiveId" clId="{23571449-6439-43B7-ABFF-726B2DB69ECF}" dt="2025-12-05T12:49:30.662" v="193" actId="21"/>
          <ac:spMkLst>
            <pc:docMk/>
            <pc:sldMk cId="3174466965" sldId="256"/>
            <ac:spMk id="5" creationId="{31964230-E198-31EA-CAD7-CCC4DE7044CA}"/>
          </ac:spMkLst>
        </pc:spChg>
        <pc:spChg chg="add del mod">
          <ac:chgData name="SOUMEN DAS" userId="b9afea382c7b7ba7" providerId="LiveId" clId="{23571449-6439-43B7-ABFF-726B2DB69ECF}" dt="2025-12-05T12:48:34.807" v="176"/>
          <ac:spMkLst>
            <pc:docMk/>
            <pc:sldMk cId="3174466965" sldId="256"/>
            <ac:spMk id="6" creationId="{1C71883A-70FB-D307-3280-13FB9200DCDF}"/>
          </ac:spMkLst>
        </pc:spChg>
      </pc:sldChg>
      <pc:sldChg chg="ord">
        <pc:chgData name="SOUMEN DAS" userId="b9afea382c7b7ba7" providerId="LiveId" clId="{23571449-6439-43B7-ABFF-726B2DB69ECF}" dt="2025-12-05T09:26:11.217" v="1"/>
        <pc:sldMkLst>
          <pc:docMk/>
          <pc:sldMk cId="1117631229" sldId="257"/>
        </pc:sldMkLst>
      </pc:sldChg>
      <pc:sldChg chg="addSp delSp modSp mod">
        <pc:chgData name="SOUMEN DAS" userId="b9afea382c7b7ba7" providerId="LiveId" clId="{23571449-6439-43B7-ABFF-726B2DB69ECF}" dt="2025-12-05T12:51:46.512" v="245" actId="1076"/>
        <pc:sldMkLst>
          <pc:docMk/>
          <pc:sldMk cId="1775201242" sldId="258"/>
        </pc:sldMkLst>
        <pc:spChg chg="add del mod">
          <ac:chgData name="SOUMEN DAS" userId="b9afea382c7b7ba7" providerId="LiveId" clId="{23571449-6439-43B7-ABFF-726B2DB69ECF}" dt="2025-12-05T12:50:44.860" v="207"/>
          <ac:spMkLst>
            <pc:docMk/>
            <pc:sldMk cId="1775201242" sldId="258"/>
            <ac:spMk id="4" creationId="{45D805B9-D6F6-BFD4-4B56-1C6020EFE258}"/>
          </ac:spMkLst>
        </pc:spChg>
        <pc:spChg chg="add mod">
          <ac:chgData name="SOUMEN DAS" userId="b9afea382c7b7ba7" providerId="LiveId" clId="{23571449-6439-43B7-ABFF-726B2DB69ECF}" dt="2025-12-05T12:51:46.512" v="245" actId="1076"/>
          <ac:spMkLst>
            <pc:docMk/>
            <pc:sldMk cId="1775201242" sldId="258"/>
            <ac:spMk id="5" creationId="{31964230-E198-31EA-CAD7-CCC4DE7044CA}"/>
          </ac:spMkLst>
        </pc:spChg>
        <pc:spChg chg="add mod">
          <ac:chgData name="SOUMEN DAS" userId="b9afea382c7b7ba7" providerId="LiveId" clId="{23571449-6439-43B7-ABFF-726B2DB69ECF}" dt="2025-12-05T12:50:38.935" v="203" actId="767"/>
          <ac:spMkLst>
            <pc:docMk/>
            <pc:sldMk cId="1775201242" sldId="258"/>
            <ac:spMk id="6" creationId="{4E699207-96F0-F819-D372-9B6881AC5063}"/>
          </ac:spMkLst>
        </pc:spChg>
        <pc:spChg chg="add del mod">
          <ac:chgData name="SOUMEN DAS" userId="b9afea382c7b7ba7" providerId="LiveId" clId="{23571449-6439-43B7-ABFF-726B2DB69ECF}" dt="2025-12-05T12:50:44.860" v="209"/>
          <ac:spMkLst>
            <pc:docMk/>
            <pc:sldMk cId="1775201242" sldId="258"/>
            <ac:spMk id="7" creationId="{E8B01127-B46A-C21E-29CF-388F9012C0D9}"/>
          </ac:spMkLst>
        </pc:spChg>
        <pc:spChg chg="add del mod">
          <ac:chgData name="SOUMEN DAS" userId="b9afea382c7b7ba7" providerId="LiveId" clId="{23571449-6439-43B7-ABFF-726B2DB69ECF}" dt="2025-12-05T12:50:44.860" v="211"/>
          <ac:spMkLst>
            <pc:docMk/>
            <pc:sldMk cId="1775201242" sldId="258"/>
            <ac:spMk id="8" creationId="{2791991B-8B57-9B87-6FBE-A8E85E164F56}"/>
          </ac:spMkLst>
        </pc:spChg>
        <pc:spChg chg="add mod">
          <ac:chgData name="SOUMEN DAS" userId="b9afea382c7b7ba7" providerId="LiveId" clId="{23571449-6439-43B7-ABFF-726B2DB69ECF}" dt="2025-12-05T12:51:33.228" v="242" actId="207"/>
          <ac:spMkLst>
            <pc:docMk/>
            <pc:sldMk cId="1775201242" sldId="258"/>
            <ac:spMk id="9" creationId="{13A2D55F-1C27-7330-B551-E8BEBCCE9D93}"/>
          </ac:spMkLst>
        </pc:spChg>
        <pc:picChg chg="add mod">
          <ac:chgData name="SOUMEN DAS" userId="b9afea382c7b7ba7" providerId="LiveId" clId="{23571449-6439-43B7-ABFF-726B2DB69ECF}" dt="2025-12-05T12:49:26.141" v="192" actId="14100"/>
          <ac:picMkLst>
            <pc:docMk/>
            <pc:sldMk cId="1775201242" sldId="258"/>
            <ac:picMk id="3" creationId="{EF5061A5-5183-CDBC-AD72-38AC74B40FF6}"/>
          </ac:picMkLst>
        </pc:picChg>
      </pc:sldChg>
      <pc:sldChg chg="addSp delSp modSp del mod">
        <pc:chgData name="SOUMEN DAS" userId="b9afea382c7b7ba7" providerId="LiveId" clId="{23571449-6439-43B7-ABFF-726B2DB69ECF}" dt="2025-12-05T09:36:27.920" v="39" actId="47"/>
        <pc:sldMkLst>
          <pc:docMk/>
          <pc:sldMk cId="163668523" sldId="259"/>
        </pc:sldMkLst>
        <pc:picChg chg="add del mod">
          <ac:chgData name="SOUMEN DAS" userId="b9afea382c7b7ba7" providerId="LiveId" clId="{23571449-6439-43B7-ABFF-726B2DB69ECF}" dt="2025-12-05T09:32:04.232" v="27" actId="478"/>
          <ac:picMkLst>
            <pc:docMk/>
            <pc:sldMk cId="163668523" sldId="259"/>
            <ac:picMk id="3" creationId="{FA111DAF-EB92-C605-8F93-DDB0DEDB097C}"/>
          </ac:picMkLst>
        </pc:picChg>
        <pc:picChg chg="add del mod">
          <ac:chgData name="SOUMEN DAS" userId="b9afea382c7b7ba7" providerId="LiveId" clId="{23571449-6439-43B7-ABFF-726B2DB69ECF}" dt="2025-12-05T09:30:02.152" v="21" actId="22"/>
          <ac:picMkLst>
            <pc:docMk/>
            <pc:sldMk cId="163668523" sldId="259"/>
            <ac:picMk id="5" creationId="{285DD59F-103A-B165-BAC4-3EAEB30E4957}"/>
          </ac:picMkLst>
        </pc:picChg>
        <pc:picChg chg="add mod">
          <ac:chgData name="SOUMEN DAS" userId="b9afea382c7b7ba7" providerId="LiveId" clId="{23571449-6439-43B7-ABFF-726B2DB69ECF}" dt="2025-12-05T09:34:05.872" v="35" actId="14100"/>
          <ac:picMkLst>
            <pc:docMk/>
            <pc:sldMk cId="163668523" sldId="259"/>
            <ac:picMk id="7" creationId="{BF5734B5-A30C-8491-68BC-6410F866BB08}"/>
          </ac:picMkLst>
        </pc:picChg>
      </pc:sldChg>
      <pc:sldChg chg="addSp modSp del mod">
        <pc:chgData name="SOUMEN DAS" userId="b9afea382c7b7ba7" providerId="LiveId" clId="{23571449-6439-43B7-ABFF-726B2DB69ECF}" dt="2025-12-05T09:36:28.847" v="40" actId="47"/>
        <pc:sldMkLst>
          <pc:docMk/>
          <pc:sldMk cId="1947722775" sldId="260"/>
        </pc:sldMkLst>
        <pc:picChg chg="add mod">
          <ac:chgData name="SOUMEN DAS" userId="b9afea382c7b7ba7" providerId="LiveId" clId="{23571449-6439-43B7-ABFF-726B2DB69ECF}" dt="2025-12-05T09:33:54.809" v="33" actId="14100"/>
          <ac:picMkLst>
            <pc:docMk/>
            <pc:sldMk cId="1947722775" sldId="260"/>
            <ac:picMk id="3" creationId="{47D22F88-0AA6-8ACF-ECB5-AC8E30BE65C6}"/>
          </ac:picMkLst>
        </pc:picChg>
      </pc:sldChg>
      <pc:sldChg chg="addSp delSp modSp mod">
        <pc:chgData name="SOUMEN DAS" userId="b9afea382c7b7ba7" providerId="LiveId" clId="{23571449-6439-43B7-ABFF-726B2DB69ECF}" dt="2025-12-05T12:31:59.719" v="54" actId="14100"/>
        <pc:sldMkLst>
          <pc:docMk/>
          <pc:sldMk cId="344313437" sldId="261"/>
        </pc:sldMkLst>
        <pc:picChg chg="add del mod">
          <ac:chgData name="SOUMEN DAS" userId="b9afea382c7b7ba7" providerId="LiveId" clId="{23571449-6439-43B7-ABFF-726B2DB69ECF}" dt="2025-12-05T09:36:26.950" v="38" actId="478"/>
          <ac:picMkLst>
            <pc:docMk/>
            <pc:sldMk cId="344313437" sldId="261"/>
            <ac:picMk id="3" creationId="{D30B16DD-8155-C348-5B32-6584352EB678}"/>
          </ac:picMkLst>
        </pc:picChg>
        <pc:picChg chg="add mod">
          <ac:chgData name="SOUMEN DAS" userId="b9afea382c7b7ba7" providerId="LiveId" clId="{23571449-6439-43B7-ABFF-726B2DB69ECF}" dt="2025-12-05T12:31:59.719" v="54" actId="14100"/>
          <ac:picMkLst>
            <pc:docMk/>
            <pc:sldMk cId="344313437" sldId="261"/>
            <ac:picMk id="5" creationId="{C4B3304C-576C-9E10-4F56-F69BF59D6821}"/>
          </ac:picMkLst>
        </pc:picChg>
        <pc:picChg chg="add del mod">
          <ac:chgData name="SOUMEN DAS" userId="b9afea382c7b7ba7" providerId="LiveId" clId="{23571449-6439-43B7-ABFF-726B2DB69ECF}" dt="2025-12-05T12:31:46.775" v="48" actId="21"/>
          <ac:picMkLst>
            <pc:docMk/>
            <pc:sldMk cId="344313437" sldId="261"/>
            <ac:picMk id="7" creationId="{5139FFE1-839E-E579-0427-4FE18FFC33FB}"/>
          </ac:picMkLst>
        </pc:picChg>
      </pc:sldChg>
      <pc:sldChg chg="addSp modSp mod">
        <pc:chgData name="SOUMEN DAS" userId="b9afea382c7b7ba7" providerId="LiveId" clId="{23571449-6439-43B7-ABFF-726B2DB69ECF}" dt="2025-12-05T12:31:56.110" v="53" actId="14100"/>
        <pc:sldMkLst>
          <pc:docMk/>
          <pc:sldMk cId="2225940681" sldId="262"/>
        </pc:sldMkLst>
        <pc:picChg chg="add mod">
          <ac:chgData name="SOUMEN DAS" userId="b9afea382c7b7ba7" providerId="LiveId" clId="{23571449-6439-43B7-ABFF-726B2DB69ECF}" dt="2025-12-05T12:31:56.110" v="53" actId="14100"/>
          <ac:picMkLst>
            <pc:docMk/>
            <pc:sldMk cId="2225940681" sldId="262"/>
            <ac:picMk id="7" creationId="{5139FFE1-839E-E579-0427-4FE18FFC33FB}"/>
          </ac:picMkLst>
        </pc:picChg>
      </pc:sldChg>
      <pc:sldChg chg="addSp modSp mod">
        <pc:chgData name="SOUMEN DAS" userId="b9afea382c7b7ba7" providerId="LiveId" clId="{23571449-6439-43B7-ABFF-726B2DB69ECF}" dt="2025-12-05T12:32:58.978" v="59" actId="1076"/>
        <pc:sldMkLst>
          <pc:docMk/>
          <pc:sldMk cId="2923947198" sldId="263"/>
        </pc:sldMkLst>
        <pc:picChg chg="add mod">
          <ac:chgData name="SOUMEN DAS" userId="b9afea382c7b7ba7" providerId="LiveId" clId="{23571449-6439-43B7-ABFF-726B2DB69ECF}" dt="2025-12-05T12:32:58.978" v="59" actId="1076"/>
          <ac:picMkLst>
            <pc:docMk/>
            <pc:sldMk cId="2923947198" sldId="263"/>
            <ac:picMk id="3" creationId="{8415F6DD-1351-3597-0614-F02AD6966678}"/>
          </ac:picMkLst>
        </pc:picChg>
      </pc:sldChg>
      <pc:sldChg chg="addSp modSp mod">
        <pc:chgData name="SOUMEN DAS" userId="b9afea382c7b7ba7" providerId="LiveId" clId="{23571449-6439-43B7-ABFF-726B2DB69ECF}" dt="2025-12-05T12:35:37.545" v="83" actId="1076"/>
        <pc:sldMkLst>
          <pc:docMk/>
          <pc:sldMk cId="316350334" sldId="264"/>
        </pc:sldMkLst>
        <pc:picChg chg="add mod">
          <ac:chgData name="SOUMEN DAS" userId="b9afea382c7b7ba7" providerId="LiveId" clId="{23571449-6439-43B7-ABFF-726B2DB69ECF}" dt="2025-12-05T12:35:37.545" v="83" actId="1076"/>
          <ac:picMkLst>
            <pc:docMk/>
            <pc:sldMk cId="316350334" sldId="264"/>
            <ac:picMk id="3" creationId="{BA5745F8-80A5-7271-6862-3FEB80FDFDEA}"/>
          </ac:picMkLst>
        </pc:picChg>
      </pc:sldChg>
      <pc:sldChg chg="addSp modSp mod">
        <pc:chgData name="SOUMEN DAS" userId="b9afea382c7b7ba7" providerId="LiveId" clId="{23571449-6439-43B7-ABFF-726B2DB69ECF}" dt="2025-12-05T12:36:24.778" v="92" actId="14100"/>
        <pc:sldMkLst>
          <pc:docMk/>
          <pc:sldMk cId="331167303" sldId="265"/>
        </pc:sldMkLst>
        <pc:picChg chg="add mod">
          <ac:chgData name="SOUMEN DAS" userId="b9afea382c7b7ba7" providerId="LiveId" clId="{23571449-6439-43B7-ABFF-726B2DB69ECF}" dt="2025-12-05T12:36:24.778" v="92" actId="14100"/>
          <ac:picMkLst>
            <pc:docMk/>
            <pc:sldMk cId="331167303" sldId="265"/>
            <ac:picMk id="3" creationId="{E93343B1-C190-0A89-4B02-734885F816A9}"/>
          </ac:picMkLst>
        </pc:picChg>
      </pc:sldChg>
      <pc:sldChg chg="addSp delSp modSp add mod">
        <pc:chgData name="SOUMEN DAS" userId="b9afea382c7b7ba7" providerId="LiveId" clId="{23571449-6439-43B7-ABFF-726B2DB69ECF}" dt="2025-12-05T12:35:11.790" v="78" actId="14100"/>
        <pc:sldMkLst>
          <pc:docMk/>
          <pc:sldMk cId="1013028364" sldId="266"/>
        </pc:sldMkLst>
        <pc:picChg chg="add del mod">
          <ac:chgData name="SOUMEN DAS" userId="b9afea382c7b7ba7" providerId="LiveId" clId="{23571449-6439-43B7-ABFF-726B2DB69ECF}" dt="2025-12-05T12:34:28.906" v="72" actId="22"/>
          <ac:picMkLst>
            <pc:docMk/>
            <pc:sldMk cId="1013028364" sldId="266"/>
            <ac:picMk id="3" creationId="{E2F6DAAB-F6EE-738A-D4FF-D03732CF631F}"/>
          </ac:picMkLst>
        </pc:picChg>
        <pc:picChg chg="add mod">
          <ac:chgData name="SOUMEN DAS" userId="b9afea382c7b7ba7" providerId="LiveId" clId="{23571449-6439-43B7-ABFF-726B2DB69ECF}" dt="2025-12-05T12:35:11.790" v="78" actId="14100"/>
          <ac:picMkLst>
            <pc:docMk/>
            <pc:sldMk cId="1013028364" sldId="266"/>
            <ac:picMk id="5" creationId="{9407EC94-EDE5-D7CD-D92C-836B4CADDC28}"/>
          </ac:picMkLst>
        </pc:picChg>
      </pc:sldChg>
      <pc:sldChg chg="addSp modSp add mod">
        <pc:chgData name="SOUMEN DAS" userId="b9afea382c7b7ba7" providerId="LiveId" clId="{23571449-6439-43B7-ABFF-726B2DB69ECF}" dt="2025-12-05T12:34:40.140" v="73" actId="14100"/>
        <pc:sldMkLst>
          <pc:docMk/>
          <pc:sldMk cId="2251456162" sldId="267"/>
        </pc:sldMkLst>
        <pc:picChg chg="add mod">
          <ac:chgData name="SOUMEN DAS" userId="b9afea382c7b7ba7" providerId="LiveId" clId="{23571449-6439-43B7-ABFF-726B2DB69ECF}" dt="2025-12-05T12:34:40.140" v="73" actId="14100"/>
          <ac:picMkLst>
            <pc:docMk/>
            <pc:sldMk cId="2251456162" sldId="267"/>
            <ac:picMk id="3" creationId="{CFEEE737-37F6-AE4A-6090-7E0E3F42E4AA}"/>
          </ac:picMkLst>
        </pc:picChg>
      </pc:sldChg>
      <pc:sldChg chg="addSp modSp add mod">
        <pc:chgData name="SOUMEN DAS" userId="b9afea382c7b7ba7" providerId="LiveId" clId="{23571449-6439-43B7-ABFF-726B2DB69ECF}" dt="2025-12-05T12:38:15.918" v="104" actId="14100"/>
        <pc:sldMkLst>
          <pc:docMk/>
          <pc:sldMk cId="1671047173" sldId="268"/>
        </pc:sldMkLst>
        <pc:picChg chg="add mod">
          <ac:chgData name="SOUMEN DAS" userId="b9afea382c7b7ba7" providerId="LiveId" clId="{23571449-6439-43B7-ABFF-726B2DB69ECF}" dt="2025-12-05T12:38:15.918" v="104" actId="14100"/>
          <ac:picMkLst>
            <pc:docMk/>
            <pc:sldMk cId="1671047173" sldId="268"/>
            <ac:picMk id="3" creationId="{7CCDA7EE-8C20-86B6-FD4B-B947D8ADA3B4}"/>
          </ac:picMkLst>
        </pc:picChg>
      </pc:sldChg>
      <pc:sldChg chg="addSp delSp modSp add mod">
        <pc:chgData name="SOUMEN DAS" userId="b9afea382c7b7ba7" providerId="LiveId" clId="{23571449-6439-43B7-ABFF-726B2DB69ECF}" dt="2025-12-05T12:37:40.663" v="100" actId="14100"/>
        <pc:sldMkLst>
          <pc:docMk/>
          <pc:sldMk cId="2191267627" sldId="269"/>
        </pc:sldMkLst>
        <pc:picChg chg="add del mod">
          <ac:chgData name="SOUMEN DAS" userId="b9afea382c7b7ba7" providerId="LiveId" clId="{23571449-6439-43B7-ABFF-726B2DB69ECF}" dt="2025-12-05T12:37:12.446" v="96" actId="22"/>
          <ac:picMkLst>
            <pc:docMk/>
            <pc:sldMk cId="2191267627" sldId="269"/>
            <ac:picMk id="3" creationId="{A49F9A97-037D-1961-2480-0F2B22836654}"/>
          </ac:picMkLst>
        </pc:picChg>
        <pc:picChg chg="add mod">
          <ac:chgData name="SOUMEN DAS" userId="b9afea382c7b7ba7" providerId="LiveId" clId="{23571449-6439-43B7-ABFF-726B2DB69ECF}" dt="2025-12-05T12:37:40.663" v="100" actId="14100"/>
          <ac:picMkLst>
            <pc:docMk/>
            <pc:sldMk cId="2191267627" sldId="269"/>
            <ac:picMk id="5" creationId="{AA6B1883-AC34-70EF-C637-6F9C22B9060A}"/>
          </ac:picMkLst>
        </pc:picChg>
      </pc:sldChg>
      <pc:sldChg chg="addSp modSp add mod">
        <pc:chgData name="SOUMEN DAS" userId="b9afea382c7b7ba7" providerId="LiveId" clId="{23571449-6439-43B7-ABFF-726B2DB69ECF}" dt="2025-12-05T12:41:06.797" v="122" actId="1076"/>
        <pc:sldMkLst>
          <pc:docMk/>
          <pc:sldMk cId="1092876745" sldId="270"/>
        </pc:sldMkLst>
        <pc:picChg chg="add mod">
          <ac:chgData name="SOUMEN DAS" userId="b9afea382c7b7ba7" providerId="LiveId" clId="{23571449-6439-43B7-ABFF-726B2DB69ECF}" dt="2025-12-05T12:41:06.797" v="122" actId="1076"/>
          <ac:picMkLst>
            <pc:docMk/>
            <pc:sldMk cId="1092876745" sldId="270"/>
            <ac:picMk id="3" creationId="{6397F225-0E08-3DD6-B423-7277B4AD77F0}"/>
          </ac:picMkLst>
        </pc:picChg>
      </pc:sldChg>
      <pc:sldChg chg="addSp modSp add mod">
        <pc:chgData name="SOUMEN DAS" userId="b9afea382c7b7ba7" providerId="LiveId" clId="{23571449-6439-43B7-ABFF-726B2DB69ECF}" dt="2025-12-05T12:39:16.551" v="109" actId="14100"/>
        <pc:sldMkLst>
          <pc:docMk/>
          <pc:sldMk cId="464380969" sldId="271"/>
        </pc:sldMkLst>
        <pc:picChg chg="add mod">
          <ac:chgData name="SOUMEN DAS" userId="b9afea382c7b7ba7" providerId="LiveId" clId="{23571449-6439-43B7-ABFF-726B2DB69ECF}" dt="2025-12-05T12:39:16.551" v="109" actId="14100"/>
          <ac:picMkLst>
            <pc:docMk/>
            <pc:sldMk cId="464380969" sldId="271"/>
            <ac:picMk id="3" creationId="{A6359790-FDFE-3A40-9B0F-A4A18AB5C891}"/>
          </ac:picMkLst>
        </pc:picChg>
      </pc:sldChg>
      <pc:sldChg chg="addSp modSp add mod">
        <pc:chgData name="SOUMEN DAS" userId="b9afea382c7b7ba7" providerId="LiveId" clId="{23571449-6439-43B7-ABFF-726B2DB69ECF}" dt="2025-12-05T12:42:11.023" v="129" actId="14100"/>
        <pc:sldMkLst>
          <pc:docMk/>
          <pc:sldMk cId="1812488635" sldId="272"/>
        </pc:sldMkLst>
        <pc:picChg chg="add mod">
          <ac:chgData name="SOUMEN DAS" userId="b9afea382c7b7ba7" providerId="LiveId" clId="{23571449-6439-43B7-ABFF-726B2DB69ECF}" dt="2025-12-05T12:42:11.023" v="129" actId="14100"/>
          <ac:picMkLst>
            <pc:docMk/>
            <pc:sldMk cId="1812488635" sldId="272"/>
            <ac:picMk id="3" creationId="{C467AF7A-AF73-3EE0-7B5B-8B25054BB7E5}"/>
          </ac:picMkLst>
        </pc:picChg>
      </pc:sldChg>
      <pc:sldChg chg="addSp modSp add mod">
        <pc:chgData name="SOUMEN DAS" userId="b9afea382c7b7ba7" providerId="LiveId" clId="{23571449-6439-43B7-ABFF-726B2DB69ECF}" dt="2025-12-05T12:41:03.827" v="121" actId="14100"/>
        <pc:sldMkLst>
          <pc:docMk/>
          <pc:sldMk cId="2508821172" sldId="273"/>
        </pc:sldMkLst>
        <pc:picChg chg="add mod">
          <ac:chgData name="SOUMEN DAS" userId="b9afea382c7b7ba7" providerId="LiveId" clId="{23571449-6439-43B7-ABFF-726B2DB69ECF}" dt="2025-12-05T12:41:03.827" v="121" actId="14100"/>
          <ac:picMkLst>
            <pc:docMk/>
            <pc:sldMk cId="2508821172" sldId="273"/>
            <ac:picMk id="3" creationId="{AEE90DA5-A8C5-26A9-E96A-D3CD10279057}"/>
          </ac:picMkLst>
        </pc:picChg>
      </pc:sldChg>
      <pc:sldChg chg="addSp delSp modSp add mod">
        <pc:chgData name="SOUMEN DAS" userId="b9afea382c7b7ba7" providerId="LiveId" clId="{23571449-6439-43B7-ABFF-726B2DB69ECF}" dt="2025-12-05T12:47:46.507" v="169" actId="207"/>
        <pc:sldMkLst>
          <pc:docMk/>
          <pc:sldMk cId="100433776" sldId="274"/>
        </pc:sldMkLst>
        <pc:spChg chg="add del mod">
          <ac:chgData name="SOUMEN DAS" userId="b9afea382c7b7ba7" providerId="LiveId" clId="{23571449-6439-43B7-ABFF-726B2DB69ECF}" dt="2025-12-05T12:47:04.958" v="143"/>
          <ac:spMkLst>
            <pc:docMk/>
            <pc:sldMk cId="100433776" sldId="274"/>
            <ac:spMk id="4" creationId="{C5301F07-79E7-1EB9-DFD0-34640F0C78BE}"/>
          </ac:spMkLst>
        </pc:spChg>
        <pc:spChg chg="add del mod">
          <ac:chgData name="SOUMEN DAS" userId="b9afea382c7b7ba7" providerId="LiveId" clId="{23571449-6439-43B7-ABFF-726B2DB69ECF}" dt="2025-12-05T12:47:04.958" v="145"/>
          <ac:spMkLst>
            <pc:docMk/>
            <pc:sldMk cId="100433776" sldId="274"/>
            <ac:spMk id="5" creationId="{99152499-FBB3-89FE-E75A-9B851D3C16E2}"/>
          </ac:spMkLst>
        </pc:spChg>
        <pc:spChg chg="add mod">
          <ac:chgData name="SOUMEN DAS" userId="b9afea382c7b7ba7" providerId="LiveId" clId="{23571449-6439-43B7-ABFF-726B2DB69ECF}" dt="2025-12-05T12:47:46.507" v="169" actId="207"/>
          <ac:spMkLst>
            <pc:docMk/>
            <pc:sldMk cId="100433776" sldId="274"/>
            <ac:spMk id="6" creationId="{73036BC5-9EB6-AE29-5318-C2CD60682BA6}"/>
          </ac:spMkLst>
        </pc:spChg>
        <pc:picChg chg="add del">
          <ac:chgData name="SOUMEN DAS" userId="b9afea382c7b7ba7" providerId="LiveId" clId="{23571449-6439-43B7-ABFF-726B2DB69ECF}" dt="2025-12-05T12:46:26.306" v="139" actId="22"/>
          <ac:picMkLst>
            <pc:docMk/>
            <pc:sldMk cId="100433776" sldId="274"/>
            <ac:picMk id="3" creationId="{DDA97BA9-7CAF-051C-9F4F-1512FE75DBBE}"/>
          </ac:picMkLst>
        </pc:picChg>
      </pc:sldChg>
      <pc:sldChg chg="addSp modSp add mod">
        <pc:chgData name="SOUMEN DAS" userId="b9afea382c7b7ba7" providerId="LiveId" clId="{23571449-6439-43B7-ABFF-726B2DB69ECF}" dt="2025-12-05T12:45:12.804" v="137" actId="14100"/>
        <pc:sldMkLst>
          <pc:docMk/>
          <pc:sldMk cId="3625514358" sldId="275"/>
        </pc:sldMkLst>
        <pc:picChg chg="add mod">
          <ac:chgData name="SOUMEN DAS" userId="b9afea382c7b7ba7" providerId="LiveId" clId="{23571449-6439-43B7-ABFF-726B2DB69ECF}" dt="2025-12-05T12:45:12.804" v="137" actId="14100"/>
          <ac:picMkLst>
            <pc:docMk/>
            <pc:sldMk cId="3625514358" sldId="275"/>
            <ac:picMk id="3" creationId="{A4F0760C-40EF-FDB5-286F-034DD9BD4C0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ED067-FC57-4AF6-9840-4077A0EA45B7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B89824-0646-4D1C-9B88-F73BB6B1C3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132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89824-0646-4D1C-9B88-F73BB6B1C318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784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CEB8D-1C2F-BBE7-7B0A-C15F59088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E5F97-8CB3-908B-0E07-A71EF4F83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F2B31-746F-444A-E2C0-2446FF6A4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E2736-1F0D-44E9-BBDE-35BC83079EBB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67C29-B173-252C-E080-1E985DBAC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1CAF3-76D6-6EDF-A4FC-33F3824DA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13DB-5D48-4313-9F85-C120E14ABB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23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27950-8331-8CD9-86C6-609216570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42DFE-C0AA-24CA-9F99-5B1A00D1B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F1AD6-4EA3-0692-9CD1-2BAD496FB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E2736-1F0D-44E9-BBDE-35BC83079EBB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B9962-811D-A500-234E-95ECB558B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51239-548A-8533-B407-A3E304071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13DB-5D48-4313-9F85-C120E14ABB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894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6A1BC-DA3D-A38B-7A81-4D7CF632D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1A0FF-2EF6-A995-1A6F-1A6EC6A29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F9509-D19E-DC5D-54D0-5ACB1B461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E2736-1F0D-44E9-BBDE-35BC83079EBB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59783-4B8C-DE76-127B-0E51A4530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9F220-9271-B5CD-BD07-0E5919F3F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13DB-5D48-4313-9F85-C120E14ABB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912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2F7B0-3B3B-3FC8-3F73-20FBD49BF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38E34-D571-0972-355C-F8A9BA41AA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76865B-2190-4ED9-E4D9-24D853F083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6445E-CD9C-63A8-C385-0200B487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E2736-1F0D-44E9-BBDE-35BC83079EBB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A11D2-54E7-6000-94BD-CD175646E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8AD84-5AE7-4C08-3B24-3F0C6DE1A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13DB-5D48-4313-9F85-C120E14ABB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029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ED6F4-EA3D-4E91-7336-7993E1183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7CAD0-EEBD-487D-ECAF-218B89D3A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2D4ECC-C1EC-46B7-7D42-043EB5A53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2FB319-A188-D0EB-87DB-AFF9FBE8B8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71A62C-8F65-4EBF-CC9E-2EB558C0A8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2DA84-C116-09E1-ACE9-57FD2CD0D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E2736-1F0D-44E9-BBDE-35BC83079EBB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4109B3-2D5C-BF96-34D3-3136490AE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BA28C2-5BC7-CD49-D1FD-2157294C8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13DB-5D48-4313-9F85-C120E14ABB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696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357FE-44F6-57E8-6776-AA5B97DDB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B5D6BF-38EF-FD80-63A3-ABBBC99F6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E2736-1F0D-44E9-BBDE-35BC83079EBB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625AB8-08C2-32B2-8519-CE250B691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72DB1D-183B-64A7-856D-5B59E20EE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13DB-5D48-4313-9F85-C120E14ABB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772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3077C1-BE9A-D05F-FD11-F3E345999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E2736-1F0D-44E9-BBDE-35BC83079EBB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75159A-679E-0752-50B0-061758E45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D711D-3DAB-D982-B5E8-7AC27C613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13DB-5D48-4313-9F85-C120E14ABB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351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561CD-2BCA-179C-0CA8-04D5188DB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EBEB9-D4F6-813D-908D-324070DAF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CF5F4D-A566-E5A2-D78F-C3F4DD822F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AA9F6-119A-B32C-E0C4-DF3F4C88A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E2736-1F0D-44E9-BBDE-35BC83079EBB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501AE-1771-5850-95CD-314568593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105C7-1876-BFA0-8202-2A303C2C5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13DB-5D48-4313-9F85-C120E14ABB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584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4DADD-F812-208C-76DF-CAE3F82D0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3332C0-00AB-D004-EE45-A3F624BD18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37D77C-D02F-7F75-8B15-8E79FB0D5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BFC16-9523-97E6-5C05-C95D9A8FC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E2736-1F0D-44E9-BBDE-35BC83079EBB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B75F3-4EFD-DA3E-3408-F18217E73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AB4F7-B650-CF54-4D1B-FB11ED61D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13DB-5D48-4313-9F85-C120E14ABB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990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A121F-A5BB-1CA7-40B0-DF60AB809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457D1-5811-F91C-87B1-9ACAE72E7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E1045-3400-20C2-5595-A21FF6EE8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E2736-1F0D-44E9-BBDE-35BC83079EBB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9C32F-4EEB-1DE9-0515-2CC2119A4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B2940-0BBF-D2A6-F8CE-8C6C2C237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13DB-5D48-4313-9F85-C120E14ABB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914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A37FD0-2D58-6E6B-BF43-8554286861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5EDE14-4F6C-79B9-EE98-ACB42EDA6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7F0F6-8344-491D-E643-7A72AABC7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E2736-1F0D-44E9-BBDE-35BC83079EBB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1CBF3-1D11-1CFF-6193-03B63651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E0EE6-8AB4-BD89-8710-1E7E2E98E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13DB-5D48-4313-9F85-C120E14ABB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872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87070-355F-6CB8-FE3B-897CB8968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7CCB1-DBBC-1EC3-49FF-28EE01FFE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EBAB6-583B-D9C8-F8CC-E0A978C606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DE2736-1F0D-44E9-BBDE-35BC83079EBB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0F17A-7431-A33B-CDA2-DFFBB60EAA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F7744-5A42-F17D-4A48-24C279797F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EA13DB-5D48-4313-9F85-C120E14ABB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169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32B59-5514-C25A-5398-8445487AC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5061A5-5183-CDBC-AD72-38AC74B40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92" y="841248"/>
            <a:ext cx="8330184" cy="57167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964230-E198-31EA-CAD7-CCC4DE7044CA}"/>
              </a:ext>
            </a:extLst>
          </p:cNvPr>
          <p:cNvSpPr txBox="1"/>
          <p:nvPr/>
        </p:nvSpPr>
        <p:spPr>
          <a:xfrm>
            <a:off x="260604" y="164592"/>
            <a:ext cx="11670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A Novel </a:t>
            </a:r>
            <a:r>
              <a:rPr lang="en-IN" sz="2000" b="1" dirty="0">
                <a:solidFill>
                  <a:srgbClr val="00B050"/>
                </a:solidFill>
              </a:rPr>
              <a:t>Multi-User</a:t>
            </a:r>
            <a:r>
              <a:rPr lang="en-IN" sz="2000" b="1" dirty="0"/>
              <a:t> </a:t>
            </a:r>
            <a:r>
              <a:rPr lang="en-IN" sz="2000" b="1" dirty="0">
                <a:solidFill>
                  <a:srgbClr val="0070C0"/>
                </a:solidFill>
              </a:rPr>
              <a:t>Quantum</a:t>
            </a:r>
            <a:r>
              <a:rPr lang="en-IN" sz="2000" b="1" dirty="0"/>
              <a:t> Communication System Using </a:t>
            </a:r>
            <a:r>
              <a:rPr lang="en-IN" sz="2000" b="1" dirty="0">
                <a:solidFill>
                  <a:srgbClr val="C00000"/>
                </a:solidFill>
              </a:rPr>
              <a:t>CDMA</a:t>
            </a:r>
            <a:r>
              <a:rPr lang="en-IN" sz="2000" b="1" dirty="0"/>
              <a:t> and 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Quantum Fourier Transform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A2D55F-1C27-7330-B551-E8BEBCCE9D93}"/>
              </a:ext>
            </a:extLst>
          </p:cNvPr>
          <p:cNvSpPr txBox="1"/>
          <p:nvPr/>
        </p:nvSpPr>
        <p:spPr>
          <a:xfrm>
            <a:off x="242316" y="1005840"/>
            <a:ext cx="1787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Soumen Das</a:t>
            </a:r>
          </a:p>
          <a:p>
            <a:r>
              <a:rPr lang="en-US" b="1" dirty="0">
                <a:solidFill>
                  <a:srgbClr val="C00000"/>
                </a:solidFill>
              </a:rPr>
              <a:t>2025BSZ8209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201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C8D27-6E0B-3753-A296-26239776B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69DD36-8795-9BFE-5B9F-A88AA9578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692" y="542744"/>
            <a:ext cx="9506558" cy="577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631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71738-7FBF-8D5A-3D20-3BCFF0090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B3304C-576C-9E10-4F56-F69BF59D6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4" y="193945"/>
            <a:ext cx="11572875" cy="563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13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30F93-D240-C146-4D6A-D066931EB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139FFE1-839E-E579-0427-4FE18FFC3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56" y="321770"/>
            <a:ext cx="10683528" cy="593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940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3C752-1E11-F1B4-727C-2873CE3BC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15F6DD-1351-3597-0614-F02AD6966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55" y="85258"/>
            <a:ext cx="10717121" cy="668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947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DB659-CE95-B96C-B23E-E8BE43027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EEE737-37F6-AE4A-6090-7E0E3F42E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88" y="152835"/>
            <a:ext cx="11393424" cy="556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456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BDD85-F3D7-662A-E7C0-BB09D0936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07EC94-EDE5-D7CD-D92C-836B4CADD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88" y="242996"/>
            <a:ext cx="11622024" cy="622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028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BCE24-DAB2-906A-FB97-E6EBFABD2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5745F8-80A5-7271-6862-3FEB80FDF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53" y="180594"/>
            <a:ext cx="10542494" cy="649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50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ED982-079F-233D-604E-CB30BFAA7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3343B1-C190-0A89-4B02-734885F81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2" y="177084"/>
            <a:ext cx="11572876" cy="648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7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DA620-C93E-7C27-3633-CD0BF71CD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6B1883-AC34-70EF-C637-6F9C22B90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" y="160154"/>
            <a:ext cx="11817096" cy="646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267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EE0D6-FA8C-43CE-5FA3-71930FD3D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CDA7EE-8C20-86B6-FD4B-B947D8ADA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60766"/>
            <a:ext cx="11917680" cy="594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47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1C8C7-2F96-5860-D1B0-AC2F8E3BB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359790-FDFE-3A40-9B0F-A4A18AB5C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1525"/>
            <a:ext cx="11795760" cy="644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380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0D4FF-60E6-CAEF-03DA-846322AB6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97F225-0E08-3DD6-B423-7277B4AD7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4" y="701953"/>
            <a:ext cx="10991851" cy="490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76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B6E16-7BE6-0755-0701-731E00762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E90DA5-A8C5-26A9-E96A-D3CD10279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2" y="225564"/>
            <a:ext cx="11572875" cy="611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821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F277C-162D-375F-137A-AC428C4AF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67AF7A-AF73-3EE0-7B5B-8B25054BB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" y="131500"/>
            <a:ext cx="11740896" cy="658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88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44056-9D79-4988-AE6F-85A0CB339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F0760C-40EF-FDB5-286F-034DD9BD4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92608"/>
            <a:ext cx="10122408" cy="630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514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76736-A95F-1B4B-51FF-769BCDF20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3036BC5-9EB6-AE29-5318-C2CD60682BA6}"/>
              </a:ext>
            </a:extLst>
          </p:cNvPr>
          <p:cNvSpPr txBox="1"/>
          <p:nvPr/>
        </p:nvSpPr>
        <p:spPr>
          <a:xfrm>
            <a:off x="3241548" y="2432304"/>
            <a:ext cx="48600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33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18</Words>
  <Application>Microsoft Office PowerPoint</Application>
  <PresentationFormat>Widescreen</PresentationFormat>
  <Paragraphs>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SOUMEN DAS</dc:creator>
  <cp:lastModifiedBy>SOUMEN DAS</cp:lastModifiedBy>
  <cp:revision>1</cp:revision>
  <dcterms:created xsi:type="dcterms:W3CDTF">2025-12-05T09:23:11Z</dcterms:created>
  <dcterms:modified xsi:type="dcterms:W3CDTF">2025-12-05T12:51:49Z</dcterms:modified>
</cp:coreProperties>
</file>