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83" r:id="rId2"/>
    <p:sldId id="258" r:id="rId3"/>
    <p:sldId id="276" r:id="rId4"/>
    <p:sldId id="279" r:id="rId5"/>
    <p:sldId id="281" r:id="rId6"/>
    <p:sldId id="280" r:id="rId7"/>
    <p:sldId id="278" r:id="rId8"/>
    <p:sldId id="277" r:id="rId9"/>
    <p:sldId id="257" r:id="rId10"/>
    <p:sldId id="261" r:id="rId11"/>
    <p:sldId id="262" r:id="rId12"/>
    <p:sldId id="263" r:id="rId13"/>
    <p:sldId id="267" r:id="rId14"/>
    <p:sldId id="266" r:id="rId15"/>
    <p:sldId id="264" r:id="rId16"/>
    <p:sldId id="265" r:id="rId17"/>
    <p:sldId id="269" r:id="rId18"/>
    <p:sldId id="268" r:id="rId19"/>
    <p:sldId id="271" r:id="rId20"/>
    <p:sldId id="270" r:id="rId21"/>
    <p:sldId id="273" r:id="rId22"/>
    <p:sldId id="272" r:id="rId23"/>
    <p:sldId id="275" r:id="rId24"/>
    <p:sldId id="282" r:id="rId25"/>
    <p:sldId id="284" r:id="rId26"/>
    <p:sldId id="274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027B4D-F2C7-4AF1-BD8C-C15A483DEF1B}" v="25" dt="2025-12-08T13:43:37.9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068" autoAdjust="0"/>
  </p:normalViewPr>
  <p:slideViewPr>
    <p:cSldViewPr snapToGrid="0">
      <p:cViewPr varScale="1">
        <p:scale>
          <a:sx n="104" d="100"/>
          <a:sy n="104" d="100"/>
        </p:scale>
        <p:origin x="87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UMEN DAS" userId="b9afea382c7b7ba7" providerId="LiveId" clId="{23571449-6439-43B7-ABFF-726B2DB69ECF}"/>
    <pc:docChg chg="undo custSel addSld delSld modSld sldOrd">
      <pc:chgData name="SOUMEN DAS" userId="b9afea382c7b7ba7" providerId="LiveId" clId="{23571449-6439-43B7-ABFF-726B2DB69ECF}" dt="2025-12-08T13:46:05.648" v="871"/>
      <pc:docMkLst>
        <pc:docMk/>
      </pc:docMkLst>
      <pc:sldChg chg="ord">
        <pc:chgData name="SOUMEN DAS" userId="b9afea382c7b7ba7" providerId="LiveId" clId="{23571449-6439-43B7-ABFF-726B2DB69ECF}" dt="2025-12-08T13:46:05.648" v="871"/>
        <pc:sldMkLst>
          <pc:docMk/>
          <pc:sldMk cId="1117631229" sldId="257"/>
        </pc:sldMkLst>
      </pc:sldChg>
      <pc:sldChg chg="addSp delSp modSp mod">
        <pc:chgData name="SOUMEN DAS" userId="b9afea382c7b7ba7" providerId="LiveId" clId="{23571449-6439-43B7-ABFF-726B2DB69ECF}" dt="2025-12-08T13:40:50.048" v="818" actId="478"/>
        <pc:sldMkLst>
          <pc:docMk/>
          <pc:sldMk cId="1775201242" sldId="258"/>
        </pc:sldMkLst>
        <pc:spChg chg="add mod">
          <ac:chgData name="SOUMEN DAS" userId="b9afea382c7b7ba7" providerId="LiveId" clId="{23571449-6439-43B7-ABFF-726B2DB69ECF}" dt="2025-12-05T12:51:46.512" v="245" actId="1076"/>
          <ac:spMkLst>
            <pc:docMk/>
            <pc:sldMk cId="1775201242" sldId="258"/>
            <ac:spMk id="5" creationId="{31964230-E198-31EA-CAD7-CCC4DE7044CA}"/>
          </ac:spMkLst>
        </pc:spChg>
        <pc:spChg chg="add del mod">
          <ac:chgData name="SOUMEN DAS" userId="b9afea382c7b7ba7" providerId="LiveId" clId="{23571449-6439-43B7-ABFF-726B2DB69ECF}" dt="2025-12-08T13:40:50.048" v="818" actId="478"/>
          <ac:spMkLst>
            <pc:docMk/>
            <pc:sldMk cId="1775201242" sldId="258"/>
            <ac:spMk id="9" creationId="{13A2D55F-1C27-7330-B551-E8BEBCCE9D93}"/>
          </ac:spMkLst>
        </pc:spChg>
        <pc:picChg chg="add mod">
          <ac:chgData name="SOUMEN DAS" userId="b9afea382c7b7ba7" providerId="LiveId" clId="{23571449-6439-43B7-ABFF-726B2DB69ECF}" dt="2025-12-05T12:49:26.141" v="192" actId="14100"/>
          <ac:picMkLst>
            <pc:docMk/>
            <pc:sldMk cId="1775201242" sldId="258"/>
            <ac:picMk id="3" creationId="{EF5061A5-5183-CDBC-AD72-38AC74B40FF6}"/>
          </ac:picMkLst>
        </pc:picChg>
      </pc:sldChg>
      <pc:sldChg chg="addSp delSp modSp mod">
        <pc:chgData name="SOUMEN DAS" userId="b9afea382c7b7ba7" providerId="LiveId" clId="{23571449-6439-43B7-ABFF-726B2DB69ECF}" dt="2025-12-05T12:31:59.719" v="54" actId="14100"/>
        <pc:sldMkLst>
          <pc:docMk/>
          <pc:sldMk cId="344313437" sldId="261"/>
        </pc:sldMkLst>
        <pc:picChg chg="add mod">
          <ac:chgData name="SOUMEN DAS" userId="b9afea382c7b7ba7" providerId="LiveId" clId="{23571449-6439-43B7-ABFF-726B2DB69ECF}" dt="2025-12-05T12:31:59.719" v="54" actId="14100"/>
          <ac:picMkLst>
            <pc:docMk/>
            <pc:sldMk cId="344313437" sldId="261"/>
            <ac:picMk id="5" creationId="{C4B3304C-576C-9E10-4F56-F69BF59D6821}"/>
          </ac:picMkLst>
        </pc:picChg>
      </pc:sldChg>
      <pc:sldChg chg="addSp modSp mod">
        <pc:chgData name="SOUMEN DAS" userId="b9afea382c7b7ba7" providerId="LiveId" clId="{23571449-6439-43B7-ABFF-726B2DB69ECF}" dt="2025-12-05T12:31:56.110" v="53" actId="14100"/>
        <pc:sldMkLst>
          <pc:docMk/>
          <pc:sldMk cId="2225940681" sldId="262"/>
        </pc:sldMkLst>
        <pc:picChg chg="add mod">
          <ac:chgData name="SOUMEN DAS" userId="b9afea382c7b7ba7" providerId="LiveId" clId="{23571449-6439-43B7-ABFF-726B2DB69ECF}" dt="2025-12-05T12:31:56.110" v="53" actId="14100"/>
          <ac:picMkLst>
            <pc:docMk/>
            <pc:sldMk cId="2225940681" sldId="262"/>
            <ac:picMk id="7" creationId="{5139FFE1-839E-E579-0427-4FE18FFC33FB}"/>
          </ac:picMkLst>
        </pc:picChg>
      </pc:sldChg>
      <pc:sldChg chg="addSp modSp mod">
        <pc:chgData name="SOUMEN DAS" userId="b9afea382c7b7ba7" providerId="LiveId" clId="{23571449-6439-43B7-ABFF-726B2DB69ECF}" dt="2025-12-05T12:32:58.978" v="59" actId="1076"/>
        <pc:sldMkLst>
          <pc:docMk/>
          <pc:sldMk cId="2923947198" sldId="263"/>
        </pc:sldMkLst>
        <pc:picChg chg="add mod">
          <ac:chgData name="SOUMEN DAS" userId="b9afea382c7b7ba7" providerId="LiveId" clId="{23571449-6439-43B7-ABFF-726B2DB69ECF}" dt="2025-12-05T12:32:58.978" v="59" actId="1076"/>
          <ac:picMkLst>
            <pc:docMk/>
            <pc:sldMk cId="2923947198" sldId="263"/>
            <ac:picMk id="3" creationId="{8415F6DD-1351-3597-0614-F02AD6966678}"/>
          </ac:picMkLst>
        </pc:picChg>
      </pc:sldChg>
      <pc:sldChg chg="addSp modSp mod">
        <pc:chgData name="SOUMEN DAS" userId="b9afea382c7b7ba7" providerId="LiveId" clId="{23571449-6439-43B7-ABFF-726B2DB69ECF}" dt="2025-12-05T12:35:37.545" v="83" actId="1076"/>
        <pc:sldMkLst>
          <pc:docMk/>
          <pc:sldMk cId="316350334" sldId="264"/>
        </pc:sldMkLst>
        <pc:picChg chg="add mod">
          <ac:chgData name="SOUMEN DAS" userId="b9afea382c7b7ba7" providerId="LiveId" clId="{23571449-6439-43B7-ABFF-726B2DB69ECF}" dt="2025-12-05T12:35:37.545" v="83" actId="1076"/>
          <ac:picMkLst>
            <pc:docMk/>
            <pc:sldMk cId="316350334" sldId="264"/>
            <ac:picMk id="3" creationId="{BA5745F8-80A5-7271-6862-3FEB80FDFDEA}"/>
          </ac:picMkLst>
        </pc:picChg>
      </pc:sldChg>
      <pc:sldChg chg="addSp modSp mod">
        <pc:chgData name="SOUMEN DAS" userId="b9afea382c7b7ba7" providerId="LiveId" clId="{23571449-6439-43B7-ABFF-726B2DB69ECF}" dt="2025-12-05T12:36:24.778" v="92" actId="14100"/>
        <pc:sldMkLst>
          <pc:docMk/>
          <pc:sldMk cId="331167303" sldId="265"/>
        </pc:sldMkLst>
        <pc:picChg chg="add mod">
          <ac:chgData name="SOUMEN DAS" userId="b9afea382c7b7ba7" providerId="LiveId" clId="{23571449-6439-43B7-ABFF-726B2DB69ECF}" dt="2025-12-05T12:36:24.778" v="92" actId="14100"/>
          <ac:picMkLst>
            <pc:docMk/>
            <pc:sldMk cId="331167303" sldId="265"/>
            <ac:picMk id="3" creationId="{E93343B1-C190-0A89-4B02-734885F816A9}"/>
          </ac:picMkLst>
        </pc:picChg>
      </pc:sldChg>
      <pc:sldChg chg="addSp delSp modSp add mod">
        <pc:chgData name="SOUMEN DAS" userId="b9afea382c7b7ba7" providerId="LiveId" clId="{23571449-6439-43B7-ABFF-726B2DB69ECF}" dt="2025-12-05T12:35:11.790" v="78" actId="14100"/>
        <pc:sldMkLst>
          <pc:docMk/>
          <pc:sldMk cId="1013028364" sldId="266"/>
        </pc:sldMkLst>
        <pc:picChg chg="add mod">
          <ac:chgData name="SOUMEN DAS" userId="b9afea382c7b7ba7" providerId="LiveId" clId="{23571449-6439-43B7-ABFF-726B2DB69ECF}" dt="2025-12-05T12:35:11.790" v="78" actId="14100"/>
          <ac:picMkLst>
            <pc:docMk/>
            <pc:sldMk cId="1013028364" sldId="266"/>
            <ac:picMk id="5" creationId="{9407EC94-EDE5-D7CD-D92C-836B4CADDC28}"/>
          </ac:picMkLst>
        </pc:picChg>
      </pc:sldChg>
      <pc:sldChg chg="addSp modSp add mod">
        <pc:chgData name="SOUMEN DAS" userId="b9afea382c7b7ba7" providerId="LiveId" clId="{23571449-6439-43B7-ABFF-726B2DB69ECF}" dt="2025-12-05T12:34:40.140" v="73" actId="14100"/>
        <pc:sldMkLst>
          <pc:docMk/>
          <pc:sldMk cId="2251456162" sldId="267"/>
        </pc:sldMkLst>
        <pc:picChg chg="add mod">
          <ac:chgData name="SOUMEN DAS" userId="b9afea382c7b7ba7" providerId="LiveId" clId="{23571449-6439-43B7-ABFF-726B2DB69ECF}" dt="2025-12-05T12:34:40.140" v="73" actId="14100"/>
          <ac:picMkLst>
            <pc:docMk/>
            <pc:sldMk cId="2251456162" sldId="267"/>
            <ac:picMk id="3" creationId="{CFEEE737-37F6-AE4A-6090-7E0E3F42E4AA}"/>
          </ac:picMkLst>
        </pc:picChg>
      </pc:sldChg>
      <pc:sldChg chg="addSp modSp add mod">
        <pc:chgData name="SOUMEN DAS" userId="b9afea382c7b7ba7" providerId="LiveId" clId="{23571449-6439-43B7-ABFF-726B2DB69ECF}" dt="2025-12-05T12:38:15.918" v="104" actId="14100"/>
        <pc:sldMkLst>
          <pc:docMk/>
          <pc:sldMk cId="1671047173" sldId="268"/>
        </pc:sldMkLst>
        <pc:picChg chg="add mod">
          <ac:chgData name="SOUMEN DAS" userId="b9afea382c7b7ba7" providerId="LiveId" clId="{23571449-6439-43B7-ABFF-726B2DB69ECF}" dt="2025-12-05T12:38:15.918" v="104" actId="14100"/>
          <ac:picMkLst>
            <pc:docMk/>
            <pc:sldMk cId="1671047173" sldId="268"/>
            <ac:picMk id="3" creationId="{7CCDA7EE-8C20-86B6-FD4B-B947D8ADA3B4}"/>
          </ac:picMkLst>
        </pc:picChg>
      </pc:sldChg>
      <pc:sldChg chg="addSp delSp modSp add mod">
        <pc:chgData name="SOUMEN DAS" userId="b9afea382c7b7ba7" providerId="LiveId" clId="{23571449-6439-43B7-ABFF-726B2DB69ECF}" dt="2025-12-05T12:37:40.663" v="100" actId="14100"/>
        <pc:sldMkLst>
          <pc:docMk/>
          <pc:sldMk cId="2191267627" sldId="269"/>
        </pc:sldMkLst>
        <pc:picChg chg="add mod">
          <ac:chgData name="SOUMEN DAS" userId="b9afea382c7b7ba7" providerId="LiveId" clId="{23571449-6439-43B7-ABFF-726B2DB69ECF}" dt="2025-12-05T12:37:40.663" v="100" actId="14100"/>
          <ac:picMkLst>
            <pc:docMk/>
            <pc:sldMk cId="2191267627" sldId="269"/>
            <ac:picMk id="5" creationId="{AA6B1883-AC34-70EF-C637-6F9C22B9060A}"/>
          </ac:picMkLst>
        </pc:picChg>
      </pc:sldChg>
      <pc:sldChg chg="addSp modSp add mod">
        <pc:chgData name="SOUMEN DAS" userId="b9afea382c7b7ba7" providerId="LiveId" clId="{23571449-6439-43B7-ABFF-726B2DB69ECF}" dt="2025-12-05T12:41:06.797" v="122" actId="1076"/>
        <pc:sldMkLst>
          <pc:docMk/>
          <pc:sldMk cId="1092876745" sldId="270"/>
        </pc:sldMkLst>
        <pc:picChg chg="add mod">
          <ac:chgData name="SOUMEN DAS" userId="b9afea382c7b7ba7" providerId="LiveId" clId="{23571449-6439-43B7-ABFF-726B2DB69ECF}" dt="2025-12-05T12:41:06.797" v="122" actId="1076"/>
          <ac:picMkLst>
            <pc:docMk/>
            <pc:sldMk cId="1092876745" sldId="270"/>
            <ac:picMk id="3" creationId="{6397F225-0E08-3DD6-B423-7277B4AD77F0}"/>
          </ac:picMkLst>
        </pc:picChg>
      </pc:sldChg>
      <pc:sldChg chg="addSp modSp add mod">
        <pc:chgData name="SOUMEN DAS" userId="b9afea382c7b7ba7" providerId="LiveId" clId="{23571449-6439-43B7-ABFF-726B2DB69ECF}" dt="2025-12-05T12:39:16.551" v="109" actId="14100"/>
        <pc:sldMkLst>
          <pc:docMk/>
          <pc:sldMk cId="464380969" sldId="271"/>
        </pc:sldMkLst>
        <pc:picChg chg="add mod">
          <ac:chgData name="SOUMEN DAS" userId="b9afea382c7b7ba7" providerId="LiveId" clId="{23571449-6439-43B7-ABFF-726B2DB69ECF}" dt="2025-12-05T12:39:16.551" v="109" actId="14100"/>
          <ac:picMkLst>
            <pc:docMk/>
            <pc:sldMk cId="464380969" sldId="271"/>
            <ac:picMk id="3" creationId="{A6359790-FDFE-3A40-9B0F-A4A18AB5C891}"/>
          </ac:picMkLst>
        </pc:picChg>
      </pc:sldChg>
      <pc:sldChg chg="addSp modSp add mod">
        <pc:chgData name="SOUMEN DAS" userId="b9afea382c7b7ba7" providerId="LiveId" clId="{23571449-6439-43B7-ABFF-726B2DB69ECF}" dt="2025-12-05T12:42:11.023" v="129" actId="14100"/>
        <pc:sldMkLst>
          <pc:docMk/>
          <pc:sldMk cId="1812488635" sldId="272"/>
        </pc:sldMkLst>
        <pc:picChg chg="add mod">
          <ac:chgData name="SOUMEN DAS" userId="b9afea382c7b7ba7" providerId="LiveId" clId="{23571449-6439-43B7-ABFF-726B2DB69ECF}" dt="2025-12-05T12:42:11.023" v="129" actId="14100"/>
          <ac:picMkLst>
            <pc:docMk/>
            <pc:sldMk cId="1812488635" sldId="272"/>
            <ac:picMk id="3" creationId="{C467AF7A-AF73-3EE0-7B5B-8B25054BB7E5}"/>
          </ac:picMkLst>
        </pc:picChg>
      </pc:sldChg>
      <pc:sldChg chg="addSp modSp add mod">
        <pc:chgData name="SOUMEN DAS" userId="b9afea382c7b7ba7" providerId="LiveId" clId="{23571449-6439-43B7-ABFF-726B2DB69ECF}" dt="2025-12-05T12:41:03.827" v="121" actId="14100"/>
        <pc:sldMkLst>
          <pc:docMk/>
          <pc:sldMk cId="2508821172" sldId="273"/>
        </pc:sldMkLst>
        <pc:picChg chg="add mod">
          <ac:chgData name="SOUMEN DAS" userId="b9afea382c7b7ba7" providerId="LiveId" clId="{23571449-6439-43B7-ABFF-726B2DB69ECF}" dt="2025-12-05T12:41:03.827" v="121" actId="14100"/>
          <ac:picMkLst>
            <pc:docMk/>
            <pc:sldMk cId="2508821172" sldId="273"/>
            <ac:picMk id="3" creationId="{AEE90DA5-A8C5-26A9-E96A-D3CD10279057}"/>
          </ac:picMkLst>
        </pc:picChg>
      </pc:sldChg>
      <pc:sldChg chg="addSp delSp modSp add mod">
        <pc:chgData name="SOUMEN DAS" userId="b9afea382c7b7ba7" providerId="LiveId" clId="{23571449-6439-43B7-ABFF-726B2DB69ECF}" dt="2025-12-05T12:47:46.507" v="169" actId="207"/>
        <pc:sldMkLst>
          <pc:docMk/>
          <pc:sldMk cId="100433776" sldId="274"/>
        </pc:sldMkLst>
        <pc:spChg chg="add mod">
          <ac:chgData name="SOUMEN DAS" userId="b9afea382c7b7ba7" providerId="LiveId" clId="{23571449-6439-43B7-ABFF-726B2DB69ECF}" dt="2025-12-05T12:47:46.507" v="169" actId="207"/>
          <ac:spMkLst>
            <pc:docMk/>
            <pc:sldMk cId="100433776" sldId="274"/>
            <ac:spMk id="6" creationId="{73036BC5-9EB6-AE29-5318-C2CD60682BA6}"/>
          </ac:spMkLst>
        </pc:spChg>
      </pc:sldChg>
      <pc:sldChg chg="addSp modSp add mod">
        <pc:chgData name="SOUMEN DAS" userId="b9afea382c7b7ba7" providerId="LiveId" clId="{23571449-6439-43B7-ABFF-726B2DB69ECF}" dt="2025-12-05T12:45:12.804" v="137" actId="14100"/>
        <pc:sldMkLst>
          <pc:docMk/>
          <pc:sldMk cId="3625514358" sldId="275"/>
        </pc:sldMkLst>
        <pc:picChg chg="add mod">
          <ac:chgData name="SOUMEN DAS" userId="b9afea382c7b7ba7" providerId="LiveId" clId="{23571449-6439-43B7-ABFF-726B2DB69ECF}" dt="2025-12-05T12:45:12.804" v="137" actId="14100"/>
          <ac:picMkLst>
            <pc:docMk/>
            <pc:sldMk cId="3625514358" sldId="275"/>
            <ac:picMk id="3" creationId="{A4F0760C-40EF-FDB5-286F-034DD9BD4C08}"/>
          </ac:picMkLst>
        </pc:picChg>
      </pc:sldChg>
      <pc:sldChg chg="addSp delSp modSp new mod">
        <pc:chgData name="SOUMEN DAS" userId="b9afea382c7b7ba7" providerId="LiveId" clId="{23571449-6439-43B7-ABFF-726B2DB69ECF}" dt="2025-12-08T13:13:06.909" v="344" actId="1076"/>
        <pc:sldMkLst>
          <pc:docMk/>
          <pc:sldMk cId="4115317099" sldId="276"/>
        </pc:sldMkLst>
        <pc:spChg chg="del">
          <ac:chgData name="SOUMEN DAS" userId="b9afea382c7b7ba7" providerId="LiveId" clId="{23571449-6439-43B7-ABFF-726B2DB69ECF}" dt="2025-12-08T11:30:18.317" v="248" actId="478"/>
          <ac:spMkLst>
            <pc:docMk/>
            <pc:sldMk cId="4115317099" sldId="276"/>
            <ac:spMk id="2" creationId="{D8621C81-F400-4985-70CC-C6A7327BF477}"/>
          </ac:spMkLst>
        </pc:spChg>
        <pc:spChg chg="del">
          <ac:chgData name="SOUMEN DAS" userId="b9afea382c7b7ba7" providerId="LiveId" clId="{23571449-6439-43B7-ABFF-726B2DB69ECF}" dt="2025-12-08T11:30:16.832" v="247" actId="478"/>
          <ac:spMkLst>
            <pc:docMk/>
            <pc:sldMk cId="4115317099" sldId="276"/>
            <ac:spMk id="3" creationId="{F14EBD31-1129-2FFF-55DC-37D534EF383E}"/>
          </ac:spMkLst>
        </pc:spChg>
        <pc:spChg chg="add mod">
          <ac:chgData name="SOUMEN DAS" userId="b9afea382c7b7ba7" providerId="LiveId" clId="{23571449-6439-43B7-ABFF-726B2DB69ECF}" dt="2025-12-08T13:13:04.596" v="343" actId="1076"/>
          <ac:spMkLst>
            <pc:docMk/>
            <pc:sldMk cId="4115317099" sldId="276"/>
            <ac:spMk id="10" creationId="{970DA549-15C2-54FC-329F-C94061B439AA}"/>
          </ac:spMkLst>
        </pc:spChg>
        <pc:picChg chg="add mod">
          <ac:chgData name="SOUMEN DAS" userId="b9afea382c7b7ba7" providerId="LiveId" clId="{23571449-6439-43B7-ABFF-726B2DB69ECF}" dt="2025-12-08T13:13:06.909" v="344" actId="1076"/>
          <ac:picMkLst>
            <pc:docMk/>
            <pc:sldMk cId="4115317099" sldId="276"/>
            <ac:picMk id="5" creationId="{275F754F-0601-88DF-5863-04D3308965D0}"/>
          </ac:picMkLst>
        </pc:picChg>
        <pc:picChg chg="add mod">
          <ac:chgData name="SOUMEN DAS" userId="b9afea382c7b7ba7" providerId="LiveId" clId="{23571449-6439-43B7-ABFF-726B2DB69ECF}" dt="2025-12-08T11:50:48.629" v="268" actId="14100"/>
          <ac:picMkLst>
            <pc:docMk/>
            <pc:sldMk cId="4115317099" sldId="276"/>
            <ac:picMk id="7" creationId="{18A8DEF1-7723-04A0-D499-6474D2F8A3F0}"/>
          </ac:picMkLst>
        </pc:picChg>
        <pc:picChg chg="add mod">
          <ac:chgData name="SOUMEN DAS" userId="b9afea382c7b7ba7" providerId="LiveId" clId="{23571449-6439-43B7-ABFF-726B2DB69ECF}" dt="2025-12-08T11:50:52.975" v="269" actId="14100"/>
          <ac:picMkLst>
            <pc:docMk/>
            <pc:sldMk cId="4115317099" sldId="276"/>
            <ac:picMk id="9" creationId="{E8C2586C-1C04-73F4-1B5B-716BD6F51A0E}"/>
          </ac:picMkLst>
        </pc:picChg>
      </pc:sldChg>
      <pc:sldChg chg="addSp delSp modSp add mod">
        <pc:chgData name="SOUMEN DAS" userId="b9afea382c7b7ba7" providerId="LiveId" clId="{23571449-6439-43B7-ABFF-726B2DB69ECF}" dt="2025-12-08T13:25:54.693" v="378" actId="1076"/>
        <pc:sldMkLst>
          <pc:docMk/>
          <pc:sldMk cId="1094849842" sldId="277"/>
        </pc:sldMkLst>
        <pc:spChg chg="add mod">
          <ac:chgData name="SOUMEN DAS" userId="b9afea382c7b7ba7" providerId="LiveId" clId="{23571449-6439-43B7-ABFF-726B2DB69ECF}" dt="2025-12-08T13:14:23.977" v="361" actId="20577"/>
          <ac:spMkLst>
            <pc:docMk/>
            <pc:sldMk cId="1094849842" sldId="277"/>
            <ac:spMk id="6" creationId="{BA6648CD-5A2A-7565-E74C-98D4C89EFFA5}"/>
          </ac:spMkLst>
        </pc:spChg>
        <pc:spChg chg="add mod">
          <ac:chgData name="SOUMEN DAS" userId="b9afea382c7b7ba7" providerId="LiveId" clId="{23571449-6439-43B7-ABFF-726B2DB69ECF}" dt="2025-12-08T13:14:39.237" v="366" actId="1076"/>
          <ac:spMkLst>
            <pc:docMk/>
            <pc:sldMk cId="1094849842" sldId="277"/>
            <ac:spMk id="7" creationId="{3E7E07EC-2177-DEC6-C8FB-C716D5F95219}"/>
          </ac:spMkLst>
        </pc:spChg>
        <pc:picChg chg="add mod">
          <ac:chgData name="SOUMEN DAS" userId="b9afea382c7b7ba7" providerId="LiveId" clId="{23571449-6439-43B7-ABFF-726B2DB69ECF}" dt="2025-12-08T13:14:19.994" v="360" actId="1076"/>
          <ac:picMkLst>
            <pc:docMk/>
            <pc:sldMk cId="1094849842" sldId="277"/>
            <ac:picMk id="3" creationId="{8D818AAF-B8E8-1398-22B3-182CFA865F66}"/>
          </ac:picMkLst>
        </pc:picChg>
        <pc:picChg chg="add del mod">
          <ac:chgData name="SOUMEN DAS" userId="b9afea382c7b7ba7" providerId="LiveId" clId="{23571449-6439-43B7-ABFF-726B2DB69ECF}" dt="2025-12-08T13:25:14.901" v="370" actId="478"/>
          <ac:picMkLst>
            <pc:docMk/>
            <pc:sldMk cId="1094849842" sldId="277"/>
            <ac:picMk id="5" creationId="{8CE4C426-5F50-D9BC-628D-4B7ACF90AB30}"/>
          </ac:picMkLst>
        </pc:picChg>
        <pc:picChg chg="add del">
          <ac:chgData name="SOUMEN DAS" userId="b9afea382c7b7ba7" providerId="LiveId" clId="{23571449-6439-43B7-ABFF-726B2DB69ECF}" dt="2025-12-08T13:25:12.057" v="369" actId="22"/>
          <ac:picMkLst>
            <pc:docMk/>
            <pc:sldMk cId="1094849842" sldId="277"/>
            <ac:picMk id="9" creationId="{717CD496-E2C4-72ED-842C-7D36D41B4D2A}"/>
          </ac:picMkLst>
        </pc:picChg>
        <pc:picChg chg="add mod">
          <ac:chgData name="SOUMEN DAS" userId="b9afea382c7b7ba7" providerId="LiveId" clId="{23571449-6439-43B7-ABFF-726B2DB69ECF}" dt="2025-12-08T13:25:54.693" v="378" actId="1076"/>
          <ac:picMkLst>
            <pc:docMk/>
            <pc:sldMk cId="1094849842" sldId="277"/>
            <ac:picMk id="11" creationId="{F5F8D61E-46B6-FB3E-CD19-62740C6ED525}"/>
          </ac:picMkLst>
        </pc:picChg>
      </pc:sldChg>
      <pc:sldChg chg="addSp modSp add mod">
        <pc:chgData name="SOUMEN DAS" userId="b9afea382c7b7ba7" providerId="LiveId" clId="{23571449-6439-43B7-ABFF-726B2DB69ECF}" dt="2025-12-08T12:49:07.193" v="318" actId="14100"/>
        <pc:sldMkLst>
          <pc:docMk/>
          <pc:sldMk cId="3025780564" sldId="278"/>
        </pc:sldMkLst>
        <pc:picChg chg="add mod">
          <ac:chgData name="SOUMEN DAS" userId="b9afea382c7b7ba7" providerId="LiveId" clId="{23571449-6439-43B7-ABFF-726B2DB69ECF}" dt="2025-12-08T12:48:18.276" v="312" actId="1076"/>
          <ac:picMkLst>
            <pc:docMk/>
            <pc:sldMk cId="3025780564" sldId="278"/>
            <ac:picMk id="3" creationId="{06058DEB-CA2A-1F37-40FA-ACB6638449B0}"/>
          </ac:picMkLst>
        </pc:picChg>
        <pc:picChg chg="add mod">
          <ac:chgData name="SOUMEN DAS" userId="b9afea382c7b7ba7" providerId="LiveId" clId="{23571449-6439-43B7-ABFF-726B2DB69ECF}" dt="2025-12-08T12:49:07.193" v="318" actId="14100"/>
          <ac:picMkLst>
            <pc:docMk/>
            <pc:sldMk cId="3025780564" sldId="278"/>
            <ac:picMk id="5" creationId="{92D1E82D-54CA-8537-624B-8E0FFDB6948D}"/>
          </ac:picMkLst>
        </pc:picChg>
      </pc:sldChg>
      <pc:sldChg chg="addSp delSp modSp add mod">
        <pc:chgData name="SOUMEN DAS" userId="b9afea382c7b7ba7" providerId="LiveId" clId="{23571449-6439-43B7-ABFF-726B2DB69ECF}" dt="2025-12-08T13:13:17.868" v="346" actId="20577"/>
        <pc:sldMkLst>
          <pc:docMk/>
          <pc:sldMk cId="2158548415" sldId="279"/>
        </pc:sldMkLst>
        <pc:spChg chg="add mod">
          <ac:chgData name="SOUMEN DAS" userId="b9afea382c7b7ba7" providerId="LiveId" clId="{23571449-6439-43B7-ABFF-726B2DB69ECF}" dt="2025-12-08T13:13:17.868" v="346" actId="20577"/>
          <ac:spMkLst>
            <pc:docMk/>
            <pc:sldMk cId="2158548415" sldId="279"/>
            <ac:spMk id="9" creationId="{D7FC12C7-7D7B-6259-C696-973F9C02B397}"/>
          </ac:spMkLst>
        </pc:spChg>
        <pc:graphicFrameChg chg="add mod">
          <ac:chgData name="SOUMEN DAS" userId="b9afea382c7b7ba7" providerId="LiveId" clId="{23571449-6439-43B7-ABFF-726B2DB69ECF}" dt="2025-12-08T12:05:16.557" v="270"/>
          <ac:graphicFrameMkLst>
            <pc:docMk/>
            <pc:sldMk cId="2158548415" sldId="279"/>
            <ac:graphicFrameMk id="2" creationId="{2D038F2C-9280-6ED4-0AB5-A838438E3544}"/>
          </ac:graphicFrameMkLst>
        </pc:graphicFrameChg>
        <pc:picChg chg="add del mod">
          <ac:chgData name="SOUMEN DAS" userId="b9afea382c7b7ba7" providerId="LiveId" clId="{23571449-6439-43B7-ABFF-726B2DB69ECF}" dt="2025-12-08T12:42:16.369" v="276" actId="478"/>
          <ac:picMkLst>
            <pc:docMk/>
            <pc:sldMk cId="2158548415" sldId="279"/>
            <ac:picMk id="4" creationId="{13DB87B9-2F0E-BD5B-E8E6-20CC18FFE3DA}"/>
          </ac:picMkLst>
        </pc:picChg>
        <pc:picChg chg="add mod">
          <ac:chgData name="SOUMEN DAS" userId="b9afea382c7b7ba7" providerId="LiveId" clId="{23571449-6439-43B7-ABFF-726B2DB69ECF}" dt="2025-12-08T12:46:26.425" v="299" actId="14100"/>
          <ac:picMkLst>
            <pc:docMk/>
            <pc:sldMk cId="2158548415" sldId="279"/>
            <ac:picMk id="6" creationId="{DC467354-9342-CA72-1806-E9F40E820414}"/>
          </ac:picMkLst>
        </pc:picChg>
        <pc:picChg chg="add del mod">
          <ac:chgData name="SOUMEN DAS" userId="b9afea382c7b7ba7" providerId="LiveId" clId="{23571449-6439-43B7-ABFF-726B2DB69ECF}" dt="2025-12-08T12:45:52.813" v="292" actId="21"/>
          <ac:picMkLst>
            <pc:docMk/>
            <pc:sldMk cId="2158548415" sldId="279"/>
            <ac:picMk id="8" creationId="{FCC47263-A78F-9890-D54E-6FBFD1738A0E}"/>
          </ac:picMkLst>
        </pc:picChg>
      </pc:sldChg>
      <pc:sldChg chg="addSp modSp add mod">
        <pc:chgData name="SOUMEN DAS" userId="b9afea382c7b7ba7" providerId="LiveId" clId="{23571449-6439-43B7-ABFF-726B2DB69ECF}" dt="2025-12-08T13:14:05.214" v="357" actId="1076"/>
        <pc:sldMkLst>
          <pc:docMk/>
          <pc:sldMk cId="2345152359" sldId="280"/>
        </pc:sldMkLst>
        <pc:spChg chg="add mod">
          <ac:chgData name="SOUMEN DAS" userId="b9afea382c7b7ba7" providerId="LiveId" clId="{23571449-6439-43B7-ABFF-726B2DB69ECF}" dt="2025-12-08T13:14:05.214" v="357" actId="1076"/>
          <ac:spMkLst>
            <pc:docMk/>
            <pc:sldMk cId="2345152359" sldId="280"/>
            <ac:spMk id="5" creationId="{737B75A6-B213-42F4-2E11-6063B06328F3}"/>
          </ac:spMkLst>
        </pc:spChg>
        <pc:picChg chg="add mod">
          <ac:chgData name="SOUMEN DAS" userId="b9afea382c7b7ba7" providerId="LiveId" clId="{23571449-6439-43B7-ABFF-726B2DB69ECF}" dt="2025-12-08T12:47:30.192" v="308" actId="14100"/>
          <ac:picMkLst>
            <pc:docMk/>
            <pc:sldMk cId="2345152359" sldId="280"/>
            <ac:picMk id="3" creationId="{5AA41683-D203-F4F2-F0FB-514E5B183920}"/>
          </ac:picMkLst>
        </pc:picChg>
        <pc:picChg chg="add mod">
          <ac:chgData name="SOUMEN DAS" userId="b9afea382c7b7ba7" providerId="LiveId" clId="{23571449-6439-43B7-ABFF-726B2DB69ECF}" dt="2025-12-08T12:46:43.968" v="301" actId="1076"/>
          <ac:picMkLst>
            <pc:docMk/>
            <pc:sldMk cId="2345152359" sldId="280"/>
            <ac:picMk id="4" creationId="{E8FF36F4-808B-505B-E376-C88D9FB33D20}"/>
          </ac:picMkLst>
        </pc:picChg>
      </pc:sldChg>
      <pc:sldChg chg="addSp delSp modSp add mod">
        <pc:chgData name="SOUMEN DAS" userId="b9afea382c7b7ba7" providerId="LiveId" clId="{23571449-6439-43B7-ABFF-726B2DB69ECF}" dt="2025-12-08T13:13:45.078" v="352" actId="1076"/>
        <pc:sldMkLst>
          <pc:docMk/>
          <pc:sldMk cId="257858784" sldId="281"/>
        </pc:sldMkLst>
        <pc:spChg chg="add mod">
          <ac:chgData name="SOUMEN DAS" userId="b9afea382c7b7ba7" providerId="LiveId" clId="{23571449-6439-43B7-ABFF-726B2DB69ECF}" dt="2025-12-08T13:13:39.278" v="351" actId="1076"/>
          <ac:spMkLst>
            <pc:docMk/>
            <pc:sldMk cId="257858784" sldId="281"/>
            <ac:spMk id="5" creationId="{B4B8924F-04EC-EA2F-E89D-EA0EBA8B9749}"/>
          </ac:spMkLst>
        </pc:spChg>
        <pc:picChg chg="add mod">
          <ac:chgData name="SOUMEN DAS" userId="b9afea382c7b7ba7" providerId="LiveId" clId="{23571449-6439-43B7-ABFF-726B2DB69ECF}" dt="2025-12-08T13:13:45.078" v="352" actId="1076"/>
          <ac:picMkLst>
            <pc:docMk/>
            <pc:sldMk cId="257858784" sldId="281"/>
            <ac:picMk id="3" creationId="{9A1636E8-6C29-750F-3F1A-6CF46398F1D8}"/>
          </ac:picMkLst>
        </pc:picChg>
        <pc:picChg chg="del mod">
          <ac:chgData name="SOUMEN DAS" userId="b9afea382c7b7ba7" providerId="LiveId" clId="{23571449-6439-43B7-ABFF-726B2DB69ECF}" dt="2025-12-08T12:45:24.778" v="289" actId="21"/>
          <ac:picMkLst>
            <pc:docMk/>
            <pc:sldMk cId="257858784" sldId="281"/>
            <ac:picMk id="4" creationId="{E8FF36F4-808B-505B-E376-C88D9FB33D20}"/>
          </ac:picMkLst>
        </pc:picChg>
        <pc:picChg chg="add mod">
          <ac:chgData name="SOUMEN DAS" userId="b9afea382c7b7ba7" providerId="LiveId" clId="{23571449-6439-43B7-ABFF-726B2DB69ECF}" dt="2025-12-08T13:13:35.665" v="350" actId="1076"/>
          <ac:picMkLst>
            <pc:docMk/>
            <pc:sldMk cId="257858784" sldId="281"/>
            <ac:picMk id="8" creationId="{FCC47263-A78F-9890-D54E-6FBFD1738A0E}"/>
          </ac:picMkLst>
        </pc:picChg>
      </pc:sldChg>
      <pc:sldChg chg="addSp delSp modSp add mod ord">
        <pc:chgData name="SOUMEN DAS" userId="b9afea382c7b7ba7" providerId="LiveId" clId="{23571449-6439-43B7-ABFF-726B2DB69ECF}" dt="2025-12-08T13:39:19.399" v="815" actId="20577"/>
        <pc:sldMkLst>
          <pc:docMk/>
          <pc:sldMk cId="3347090073" sldId="282"/>
        </pc:sldMkLst>
        <pc:spChg chg="add del mod">
          <ac:chgData name="SOUMEN DAS" userId="b9afea382c7b7ba7" providerId="LiveId" clId="{23571449-6439-43B7-ABFF-726B2DB69ECF}" dt="2025-12-08T13:26:30.800" v="386"/>
          <ac:spMkLst>
            <pc:docMk/>
            <pc:sldMk cId="3347090073" sldId="282"/>
            <ac:spMk id="2" creationId="{B60F7E8F-93CD-EEA9-0E27-5FFEB6B2B04D}"/>
          </ac:spMkLst>
        </pc:spChg>
        <pc:spChg chg="add mod">
          <ac:chgData name="SOUMEN DAS" userId="b9afea382c7b7ba7" providerId="LiveId" clId="{23571449-6439-43B7-ABFF-726B2DB69ECF}" dt="2025-12-08T13:39:19.399" v="815" actId="20577"/>
          <ac:spMkLst>
            <pc:docMk/>
            <pc:sldMk cId="3347090073" sldId="282"/>
            <ac:spMk id="3" creationId="{C2EAD227-FD56-65DC-F23E-8398B2859BF7}"/>
          </ac:spMkLst>
        </pc:spChg>
        <pc:spChg chg="add del mod">
          <ac:chgData name="SOUMEN DAS" userId="b9afea382c7b7ba7" providerId="LiveId" clId="{23571449-6439-43B7-ABFF-726B2DB69ECF}" dt="2025-12-08T13:28:45.096" v="407"/>
          <ac:spMkLst>
            <pc:docMk/>
            <pc:sldMk cId="3347090073" sldId="282"/>
            <ac:spMk id="4" creationId="{AB35A30C-04B0-AEFE-AE8F-4B204BCC7F07}"/>
          </ac:spMkLst>
        </pc:spChg>
      </pc:sldChg>
      <pc:sldChg chg="addSp delSp modSp new mod ord">
        <pc:chgData name="SOUMEN DAS" userId="b9afea382c7b7ba7" providerId="LiveId" clId="{23571449-6439-43B7-ABFF-726B2DB69ECF}" dt="2025-12-08T13:40:32.762" v="817" actId="1076"/>
        <pc:sldMkLst>
          <pc:docMk/>
          <pc:sldMk cId="2784779720" sldId="283"/>
        </pc:sldMkLst>
        <pc:spChg chg="del">
          <ac:chgData name="SOUMEN DAS" userId="b9afea382c7b7ba7" providerId="LiveId" clId="{23571449-6439-43B7-ABFF-726B2DB69ECF}" dt="2025-12-08T13:29:34.835" v="411" actId="478"/>
          <ac:spMkLst>
            <pc:docMk/>
            <pc:sldMk cId="2784779720" sldId="283"/>
            <ac:spMk id="2" creationId="{300D736F-D5D0-C4DA-A7F8-49E9C31EAFCA}"/>
          </ac:spMkLst>
        </pc:spChg>
        <pc:spChg chg="del mod">
          <ac:chgData name="SOUMEN DAS" userId="b9afea382c7b7ba7" providerId="LiveId" clId="{23571449-6439-43B7-ABFF-726B2DB69ECF}" dt="2025-12-08T13:29:38.636" v="413" actId="478"/>
          <ac:spMkLst>
            <pc:docMk/>
            <pc:sldMk cId="2784779720" sldId="283"/>
            <ac:spMk id="3" creationId="{D2FC3F9E-C582-D0C2-7B0C-B28A54EDCD29}"/>
          </ac:spMkLst>
        </pc:spChg>
        <pc:spChg chg="add mod">
          <ac:chgData name="SOUMEN DAS" userId="b9afea382c7b7ba7" providerId="LiveId" clId="{23571449-6439-43B7-ABFF-726B2DB69ECF}" dt="2025-12-08T13:31:04.074" v="414"/>
          <ac:spMkLst>
            <pc:docMk/>
            <pc:sldMk cId="2784779720" sldId="283"/>
            <ac:spMk id="4" creationId="{547742D2-8BAF-9D94-04F0-464C5F4157E4}"/>
          </ac:spMkLst>
        </pc:spChg>
        <pc:spChg chg="add mod">
          <ac:chgData name="SOUMEN DAS" userId="b9afea382c7b7ba7" providerId="LiveId" clId="{23571449-6439-43B7-ABFF-726B2DB69ECF}" dt="2025-12-08T13:31:13.817" v="416" actId="1076"/>
          <ac:spMkLst>
            <pc:docMk/>
            <pc:sldMk cId="2784779720" sldId="283"/>
            <ac:spMk id="5" creationId="{B0D7B04F-C8E1-5E79-03E6-D64AB65DC171}"/>
          </ac:spMkLst>
        </pc:spChg>
        <pc:spChg chg="add mod">
          <ac:chgData name="SOUMEN DAS" userId="b9afea382c7b7ba7" providerId="LiveId" clId="{23571449-6439-43B7-ABFF-726B2DB69ECF}" dt="2025-12-08T13:40:32.762" v="817" actId="1076"/>
          <ac:spMkLst>
            <pc:docMk/>
            <pc:sldMk cId="2784779720" sldId="283"/>
            <ac:spMk id="6" creationId="{2285F2C3-AF50-2858-19A3-95F34061DE7C}"/>
          </ac:spMkLst>
        </pc:spChg>
      </pc:sldChg>
      <pc:sldChg chg="modSp add mod">
        <pc:chgData name="SOUMEN DAS" userId="b9afea382c7b7ba7" providerId="LiveId" clId="{23571449-6439-43B7-ABFF-726B2DB69ECF}" dt="2025-12-08T13:43:34.707" v="869" actId="6549"/>
        <pc:sldMkLst>
          <pc:docMk/>
          <pc:sldMk cId="1587255470" sldId="284"/>
        </pc:sldMkLst>
        <pc:spChg chg="mod">
          <ac:chgData name="SOUMEN DAS" userId="b9afea382c7b7ba7" providerId="LiveId" clId="{23571449-6439-43B7-ABFF-726B2DB69ECF}" dt="2025-12-08T13:43:34.707" v="869" actId="6549"/>
          <ac:spMkLst>
            <pc:docMk/>
            <pc:sldMk cId="1587255470" sldId="284"/>
            <ac:spMk id="3" creationId="{1FE8AE74-DBD7-F83F-1629-57F55FECB10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DED067-FC57-4AF6-9840-4077A0EA45B7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89824-0646-4D1C-9B88-F73BB6B1C3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4132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89824-0646-4D1C-9B88-F73BB6B1C318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57543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89824-0646-4D1C-9B88-F73BB6B1C318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8610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89824-0646-4D1C-9B88-F73BB6B1C318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34156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89824-0646-4D1C-9B88-F73BB6B1C318}" type="slidenum">
              <a:rPr lang="en-IN" smtClean="0"/>
              <a:t>23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4784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CEB8D-1C2F-BBE7-7B0A-C15F590885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6E5F97-8CB3-908B-0E07-A71EF4F836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8F2B31-746F-444A-E2C0-2446FF6A4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E2736-1F0D-44E9-BBDE-35BC83079EBB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467C29-B173-252C-E080-1E985DBAC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1CAF3-76D6-6EDF-A4FC-33F3824DA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13DB-5D48-4313-9F85-C120E14ABB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023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27950-8331-8CD9-86C6-60921657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42DFE-C0AA-24CA-9F99-5B1A00D1B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F1AD6-4EA3-0692-9CD1-2BAD496FB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E2736-1F0D-44E9-BBDE-35BC83079EBB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8B9962-811D-A500-234E-95ECB558B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051239-548A-8533-B407-A3E304071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13DB-5D48-4313-9F85-C120E14ABB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9894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6A1BC-DA3D-A38B-7A81-4D7CF632D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F1A0FF-2EF6-A995-1A6F-1A6EC6A29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F9509-D19E-DC5D-54D0-5ACB1B461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E2736-1F0D-44E9-BBDE-35BC83079EBB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59783-4B8C-DE76-127B-0E51A453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29F220-9271-B5CD-BD07-0E5919F3F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13DB-5D48-4313-9F85-C120E14ABB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0912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2F7B0-3B3B-3FC8-3F73-20FBD49BF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38E34-D571-0972-355C-F8A9BA41AA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76865B-2190-4ED9-E4D9-24D853F083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16445E-CD9C-63A8-C385-0200B487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E2736-1F0D-44E9-BBDE-35BC83079EBB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4A11D2-54E7-6000-94BD-CD175646E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A8AD84-5AE7-4C08-3B24-3F0C6DE1A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13DB-5D48-4313-9F85-C120E14ABB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7029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ED6F4-EA3D-4E91-7336-7993E1183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57CAD0-EEBD-487D-ECAF-218B89D3A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2D4ECC-C1EC-46B7-7D42-043EB5A53D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2FB319-A188-D0EB-87DB-AFF9FBE8B8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71A62C-8F65-4EBF-CC9E-2EB558C0A8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F2DA84-C116-09E1-ACE9-57FD2CD0D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E2736-1F0D-44E9-BBDE-35BC83079EBB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4109B3-2D5C-BF96-34D3-3136490AE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BA28C2-5BC7-CD49-D1FD-2157294C8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13DB-5D48-4313-9F85-C120E14ABB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0696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357FE-44F6-57E8-6776-AA5B97DDB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B5D6BF-38EF-FD80-63A3-ABBBC99F6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E2736-1F0D-44E9-BBDE-35BC83079EBB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625AB8-08C2-32B2-8519-CE250B691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72DB1D-183B-64A7-856D-5B59E20EE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13DB-5D48-4313-9F85-C120E14ABB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7772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3077C1-BE9A-D05F-FD11-F3E345999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E2736-1F0D-44E9-BBDE-35BC83079EBB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75159A-679E-0752-50B0-061758E45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ED711D-3DAB-D982-B5E8-7AC27C613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13DB-5D48-4313-9F85-C120E14ABB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1351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561CD-2BCA-179C-0CA8-04D5188DB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EBEB9-D4F6-813D-908D-324070DAF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CF5F4D-A566-E5A2-D78F-C3F4DD822F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0AA9F6-119A-B32C-E0C4-DF3F4C88A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E2736-1F0D-44E9-BBDE-35BC83079EBB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F501AE-1771-5850-95CD-314568593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D105C7-1876-BFA0-8202-2A303C2C5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13DB-5D48-4313-9F85-C120E14ABB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4584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4DADD-F812-208C-76DF-CAE3F82D0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3332C0-00AB-D004-EE45-A3F624BD18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37D77C-D02F-7F75-8B15-8E79FB0D59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BBFC16-9523-97E6-5C05-C95D9A8FC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E2736-1F0D-44E9-BBDE-35BC83079EBB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6B75F3-4EFD-DA3E-3408-F18217E73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4AB4F7-B650-CF54-4D1B-FB11ED61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13DB-5D48-4313-9F85-C120E14ABB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9990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A121F-A5BB-1CA7-40B0-DF60AB809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1457D1-5811-F91C-87B1-9ACAE72E76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FE1045-3400-20C2-5595-A21FF6EE8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E2736-1F0D-44E9-BBDE-35BC83079EBB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49C32F-4EEB-1DE9-0515-2CC2119A4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AB2940-0BBF-D2A6-F8CE-8C6C2C237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13DB-5D48-4313-9F85-C120E14ABB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2914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A37FD0-2D58-6E6B-BF43-8554286861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5EDE14-4F6C-79B9-EE98-ACB42EDA6B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E7F0F6-8344-491D-E643-7A72AABC7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E2736-1F0D-44E9-BBDE-35BC83079EBB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F1CBF3-1D11-1CFF-6193-03B63651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1E0EE6-8AB4-BD89-8710-1E7E2E98E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13DB-5D48-4313-9F85-C120E14ABB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1872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A87070-355F-6CB8-FE3B-897CB8968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E7CCB1-DBBC-1EC3-49FF-28EE01FFED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EBAB6-583B-D9C8-F8CC-E0A978C606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DE2736-1F0D-44E9-BBDE-35BC83079EBB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00F17A-7431-A33B-CDA2-DFFBB60EAA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F7744-5A42-F17D-4A48-24C279797F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EA13DB-5D48-4313-9F85-C120E14ABB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4169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7742D2-8BAF-9D94-04F0-464C5F4157E4}"/>
              </a:ext>
            </a:extLst>
          </p:cNvPr>
          <p:cNvSpPr txBox="1"/>
          <p:nvPr/>
        </p:nvSpPr>
        <p:spPr>
          <a:xfrm>
            <a:off x="260604" y="164592"/>
            <a:ext cx="116707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A Novel </a:t>
            </a:r>
            <a:r>
              <a:rPr lang="en-IN" sz="2000" b="1" dirty="0">
                <a:solidFill>
                  <a:srgbClr val="00B050"/>
                </a:solidFill>
              </a:rPr>
              <a:t>Multi-User</a:t>
            </a:r>
            <a:r>
              <a:rPr lang="en-IN" sz="2000" b="1" dirty="0"/>
              <a:t> </a:t>
            </a:r>
            <a:r>
              <a:rPr lang="en-IN" sz="2000" b="1" dirty="0">
                <a:solidFill>
                  <a:srgbClr val="0070C0"/>
                </a:solidFill>
              </a:rPr>
              <a:t>Quantum</a:t>
            </a:r>
            <a:r>
              <a:rPr lang="en-IN" sz="2000" b="1" dirty="0"/>
              <a:t> Communication System Using </a:t>
            </a:r>
            <a:r>
              <a:rPr lang="en-IN" sz="2000" b="1" dirty="0">
                <a:solidFill>
                  <a:srgbClr val="C00000"/>
                </a:solidFill>
              </a:rPr>
              <a:t>CDMA</a:t>
            </a:r>
            <a:r>
              <a:rPr lang="en-IN" sz="2000" b="1" dirty="0"/>
              <a:t> and </a:t>
            </a:r>
            <a:r>
              <a:rPr lang="en-IN" sz="2000" b="1" dirty="0">
                <a:solidFill>
                  <a:schemeClr val="accent5">
                    <a:lumMod val="75000"/>
                  </a:schemeClr>
                </a:solidFill>
              </a:rPr>
              <a:t>Quantum Fourier Transform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D7B04F-C8E1-5E79-03E6-D64AB65DC171}"/>
              </a:ext>
            </a:extLst>
          </p:cNvPr>
          <p:cNvSpPr txBox="1"/>
          <p:nvPr/>
        </p:nvSpPr>
        <p:spPr>
          <a:xfrm>
            <a:off x="596761" y="786384"/>
            <a:ext cx="1126998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</a:rPr>
              <a:t>Motivation: </a:t>
            </a:r>
          </a:p>
          <a:p>
            <a:endParaRPr lang="en-US" b="1" dirty="0">
              <a:solidFill>
                <a:srgbClr val="0000FF"/>
              </a:solidFill>
            </a:endParaRPr>
          </a:p>
          <a:p>
            <a:pPr marL="342900" indent="-342900">
              <a:buAutoNum type="arabicPeriod"/>
            </a:pPr>
            <a:r>
              <a:rPr lang="en-US" b="1" dirty="0"/>
              <a:t>Data</a:t>
            </a:r>
            <a:r>
              <a:rPr lang="en-US" b="1" dirty="0">
                <a:solidFill>
                  <a:srgbClr val="0000FF"/>
                </a:solidFill>
              </a:rPr>
              <a:t> </a:t>
            </a:r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transfers</a:t>
            </a:r>
            <a:r>
              <a:rPr lang="en-US" b="1" dirty="0">
                <a:solidFill>
                  <a:srgbClr val="0000FF"/>
                </a:solidFill>
              </a:rPr>
              <a:t> </a:t>
            </a:r>
            <a:r>
              <a:rPr lang="en-US" b="1" dirty="0"/>
              <a:t>from</a:t>
            </a:r>
            <a:r>
              <a:rPr lang="en-US" b="1" dirty="0">
                <a:solidFill>
                  <a:srgbClr val="0000FF"/>
                </a:solidFill>
              </a:rPr>
              <a:t> </a:t>
            </a: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source</a:t>
            </a:r>
            <a:r>
              <a:rPr lang="en-US" b="1" dirty="0">
                <a:solidFill>
                  <a:srgbClr val="0000FF"/>
                </a:solidFill>
              </a:rPr>
              <a:t> </a:t>
            </a:r>
            <a:r>
              <a:rPr lang="en-US" b="1" dirty="0"/>
              <a:t>to</a:t>
            </a:r>
            <a:r>
              <a:rPr lang="en-US" b="1" dirty="0">
                <a:solidFill>
                  <a:srgbClr val="0000FF"/>
                </a:solidFill>
              </a:rPr>
              <a:t> </a:t>
            </a:r>
            <a:r>
              <a:rPr lang="en-US" b="1" dirty="0">
                <a:solidFill>
                  <a:schemeClr val="accent2"/>
                </a:solidFill>
              </a:rPr>
              <a:t>destination </a:t>
            </a:r>
            <a:r>
              <a:rPr lang="en-US" b="1" dirty="0"/>
              <a:t>via </a:t>
            </a:r>
            <a:r>
              <a:rPr lang="en-US" b="1" dirty="0">
                <a:solidFill>
                  <a:schemeClr val="accent4"/>
                </a:solidFill>
              </a:rPr>
              <a:t>untrusted</a:t>
            </a:r>
            <a:r>
              <a:rPr lang="en-US" b="1" dirty="0"/>
              <a:t> </a:t>
            </a:r>
            <a:r>
              <a:rPr lang="en-US" b="1" dirty="0">
                <a:solidFill>
                  <a:srgbClr val="C00000"/>
                </a:solidFill>
              </a:rPr>
              <a:t>Router/Switch</a:t>
            </a:r>
          </a:p>
          <a:p>
            <a:pPr marL="342900" indent="-342900">
              <a:buAutoNum type="arabicPeriod"/>
            </a:pPr>
            <a:r>
              <a:rPr lang="en-US" b="1" dirty="0"/>
              <a:t>Chance of </a:t>
            </a:r>
            <a:r>
              <a:rPr lang="en-IN" b="1" dirty="0">
                <a:solidFill>
                  <a:srgbClr val="FF0000"/>
                </a:solidFill>
              </a:rPr>
              <a:t>eavesdropping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  <a:p>
            <a:pPr marL="342900" indent="-342900">
              <a:buAutoNum type="arabicPeriod"/>
            </a:pPr>
            <a:endParaRPr lang="en-US" b="1" dirty="0">
              <a:solidFill>
                <a:srgbClr val="FF0000"/>
              </a:solidFill>
            </a:endParaRPr>
          </a:p>
          <a:p>
            <a:pPr marL="342900" indent="-342900">
              <a:buAutoNum type="arabicPeriod"/>
            </a:pPr>
            <a:r>
              <a:rPr lang="en-US" b="1" dirty="0"/>
              <a:t>To </a:t>
            </a:r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restrict</a:t>
            </a:r>
            <a:r>
              <a:rPr lang="en-US" b="1" dirty="0"/>
              <a:t> provide </a:t>
            </a:r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2 layers </a:t>
            </a:r>
            <a:r>
              <a:rPr lang="en-US" b="1" dirty="0"/>
              <a:t>security  </a:t>
            </a:r>
          </a:p>
          <a:p>
            <a:r>
              <a:rPr lang="en-US" b="1" dirty="0"/>
              <a:t>         3.1:  Instead of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classical bits </a:t>
            </a:r>
            <a:r>
              <a:rPr lang="en-US" b="1" dirty="0"/>
              <a:t>send </a:t>
            </a:r>
            <a:r>
              <a:rPr lang="en-US" b="1" dirty="0">
                <a:solidFill>
                  <a:schemeClr val="accent6"/>
                </a:solidFill>
              </a:rPr>
              <a:t>quantum bits </a:t>
            </a:r>
            <a:r>
              <a:rPr lang="en-US" b="1" dirty="0"/>
              <a:t>(</a:t>
            </a:r>
            <a:r>
              <a:rPr lang="en-US" b="1" dirty="0">
                <a:highlight>
                  <a:srgbClr val="FFFF00"/>
                </a:highlight>
              </a:rPr>
              <a:t>1</a:t>
            </a:r>
            <a:r>
              <a:rPr lang="en-US" b="1" baseline="30000" dirty="0">
                <a:highlight>
                  <a:srgbClr val="FFFF00"/>
                </a:highlight>
              </a:rPr>
              <a:t>st</a:t>
            </a:r>
            <a:r>
              <a:rPr lang="en-US" b="1" dirty="0">
                <a:highlight>
                  <a:srgbClr val="FFFF00"/>
                </a:highlight>
              </a:rPr>
              <a:t> layer </a:t>
            </a:r>
            <a:r>
              <a:rPr lang="en-US" b="1" dirty="0"/>
              <a:t>security)</a:t>
            </a:r>
          </a:p>
          <a:p>
            <a:r>
              <a:rPr lang="en-US" b="1" dirty="0">
                <a:solidFill>
                  <a:schemeClr val="accent6"/>
                </a:solidFill>
              </a:rPr>
              <a:t>         </a:t>
            </a:r>
            <a:r>
              <a:rPr lang="en-US" b="1" dirty="0"/>
              <a:t>3.2: </a:t>
            </a:r>
            <a:r>
              <a:rPr lang="en-US" b="1" dirty="0">
                <a:solidFill>
                  <a:schemeClr val="accent6"/>
                </a:solidFill>
              </a:rPr>
              <a:t> </a:t>
            </a:r>
            <a:r>
              <a:rPr lang="en-US" b="1" dirty="0"/>
              <a:t>Then</a:t>
            </a:r>
            <a:r>
              <a:rPr lang="en-US" b="1" dirty="0">
                <a:solidFill>
                  <a:schemeClr val="accent6"/>
                </a:solidFill>
              </a:rPr>
              <a:t> </a:t>
            </a:r>
            <a:r>
              <a:rPr lang="en-US" b="1" dirty="0">
                <a:solidFill>
                  <a:srgbClr val="0000FF"/>
                </a:solidFill>
              </a:rPr>
              <a:t>Multiplex</a:t>
            </a:r>
            <a:r>
              <a:rPr lang="en-US" b="1" dirty="0">
                <a:solidFill>
                  <a:schemeClr val="accent6"/>
                </a:solidFill>
              </a:rPr>
              <a:t> </a:t>
            </a:r>
            <a:r>
              <a:rPr lang="en-US" b="1" dirty="0"/>
              <a:t>and</a:t>
            </a:r>
            <a:r>
              <a:rPr lang="en-US" b="1" dirty="0">
                <a:solidFill>
                  <a:schemeClr val="accent6"/>
                </a:solidFill>
              </a:rPr>
              <a:t> </a:t>
            </a:r>
            <a:r>
              <a:rPr lang="en-US" b="1" dirty="0">
                <a:solidFill>
                  <a:srgbClr val="0000FF"/>
                </a:solidFill>
              </a:rPr>
              <a:t>Demultiplex</a:t>
            </a:r>
            <a:r>
              <a:rPr lang="en-US" b="1" dirty="0">
                <a:solidFill>
                  <a:schemeClr val="accent6"/>
                </a:solidFill>
              </a:rPr>
              <a:t> </a:t>
            </a:r>
            <a:r>
              <a:rPr lang="en-US" b="1" dirty="0"/>
              <a:t>the</a:t>
            </a:r>
            <a:r>
              <a:rPr lang="en-US" b="1" dirty="0">
                <a:solidFill>
                  <a:schemeClr val="accent6"/>
                </a:solidFill>
              </a:rPr>
              <a:t> </a:t>
            </a:r>
            <a:r>
              <a:rPr lang="en-US" b="1" dirty="0">
                <a:solidFill>
                  <a:srgbClr val="0000FF"/>
                </a:solidFill>
              </a:rPr>
              <a:t>encoded qubit . </a:t>
            </a:r>
            <a:r>
              <a:rPr lang="en-US" b="1" dirty="0">
                <a:solidFill>
                  <a:srgbClr val="FF0000"/>
                </a:solidFill>
              </a:rPr>
              <a:t>But How?</a:t>
            </a:r>
          </a:p>
          <a:p>
            <a:r>
              <a:rPr lang="en-US" b="1" dirty="0"/>
              <a:t>         3.3:</a:t>
            </a:r>
            <a:r>
              <a:rPr lang="en-US" b="1" dirty="0">
                <a:solidFill>
                  <a:srgbClr val="FF0000"/>
                </a:solidFill>
              </a:rPr>
              <a:t>	</a:t>
            </a:r>
            <a:r>
              <a:rPr lang="en-US" b="1" dirty="0"/>
              <a:t>Apply Unitary Transformation(</a:t>
            </a:r>
            <a:r>
              <a:rPr lang="en-US" b="1" dirty="0">
                <a:highlight>
                  <a:srgbClr val="FFFF00"/>
                </a:highlight>
              </a:rPr>
              <a:t>QFT*IQFT=Identity</a:t>
            </a:r>
            <a:r>
              <a:rPr lang="en-US" b="1" dirty="0"/>
              <a:t>) to increase </a:t>
            </a:r>
            <a:r>
              <a:rPr lang="en-US" b="1" dirty="0">
                <a:highlight>
                  <a:srgbClr val="FFFF00"/>
                </a:highlight>
              </a:rPr>
              <a:t>2</a:t>
            </a:r>
            <a:r>
              <a:rPr lang="en-US" b="1" baseline="30000" dirty="0">
                <a:highlight>
                  <a:srgbClr val="FFFF00"/>
                </a:highlight>
              </a:rPr>
              <a:t>nd</a:t>
            </a:r>
            <a:r>
              <a:rPr lang="en-US" b="1" dirty="0">
                <a:highlight>
                  <a:srgbClr val="FFFF00"/>
                </a:highlight>
              </a:rPr>
              <a:t> layer </a:t>
            </a:r>
            <a:r>
              <a:rPr lang="en-US" b="1" dirty="0"/>
              <a:t>security</a:t>
            </a:r>
          </a:p>
          <a:p>
            <a:endParaRPr lang="en-US" b="1" dirty="0"/>
          </a:p>
          <a:p>
            <a:r>
              <a:rPr lang="en-US" b="1" dirty="0"/>
              <a:t> </a:t>
            </a:r>
            <a:r>
              <a:rPr lang="en-US" dirty="0">
                <a:solidFill>
                  <a:srgbClr val="0000FF"/>
                </a:solidFill>
                <a:latin typeface="+mj-lt"/>
              </a:rPr>
              <a:t>Increasing the difficulty </a:t>
            </a:r>
            <a:r>
              <a:rPr lang="en-US" dirty="0">
                <a:latin typeface="+mj-lt"/>
              </a:rPr>
              <a:t>for </a:t>
            </a:r>
            <a:r>
              <a:rPr lang="en-US" dirty="0">
                <a:solidFill>
                  <a:srgbClr val="C00000"/>
                </a:solidFill>
                <a:latin typeface="+mj-lt"/>
              </a:rPr>
              <a:t>eavesdropper</a:t>
            </a:r>
            <a:r>
              <a:rPr lang="en-US" dirty="0">
                <a:latin typeface="+mj-lt"/>
              </a:rPr>
              <a:t> to </a:t>
            </a:r>
            <a:r>
              <a:rPr lang="en-US" dirty="0">
                <a:solidFill>
                  <a:srgbClr val="00B050"/>
                </a:solidFill>
                <a:latin typeface="+mj-lt"/>
              </a:rPr>
              <a:t>guess</a:t>
            </a:r>
            <a:r>
              <a:rPr lang="en-US" dirty="0">
                <a:latin typeface="+mj-lt"/>
              </a:rPr>
              <a:t> the </a:t>
            </a:r>
            <a:r>
              <a:rPr lang="en-US" dirty="0">
                <a:solidFill>
                  <a:srgbClr val="C00000"/>
                </a:solidFill>
                <a:latin typeface="+mj-lt"/>
              </a:rPr>
              <a:t>Qubit</a:t>
            </a:r>
            <a:r>
              <a:rPr lang="en-US" dirty="0">
                <a:latin typeface="+mj-lt"/>
              </a:rPr>
              <a:t> being exchanged across routers</a:t>
            </a:r>
            <a:r>
              <a:rPr lang="en-US" dirty="0"/>
              <a:t>.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C00000"/>
                </a:solidFill>
              </a:rPr>
              <a:t>As a result:</a:t>
            </a:r>
            <a:r>
              <a:rPr lang="en-IN" b="1" dirty="0">
                <a:solidFill>
                  <a:srgbClr val="C00000"/>
                </a:solidFill>
              </a:rPr>
              <a:t> </a:t>
            </a:r>
            <a:r>
              <a:rPr lang="en-IN" b="1" dirty="0">
                <a:solidFill>
                  <a:srgbClr val="0000FF"/>
                </a:solidFill>
              </a:rPr>
              <a:t>eavesdropping</a:t>
            </a:r>
            <a:r>
              <a:rPr lang="en-IN" b="1" dirty="0"/>
              <a:t> become very very </a:t>
            </a:r>
            <a:r>
              <a:rPr lang="en-IN" b="1" dirty="0">
                <a:solidFill>
                  <a:srgbClr val="0000FF"/>
                </a:solidFill>
              </a:rPr>
              <a:t>difficult</a:t>
            </a:r>
            <a:endParaRPr lang="en-US" b="1" dirty="0">
              <a:solidFill>
                <a:srgbClr val="0000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85F2C3-AF50-2858-19A3-95F34061DE7C}"/>
              </a:ext>
            </a:extLst>
          </p:cNvPr>
          <p:cNvSpPr txBox="1"/>
          <p:nvPr/>
        </p:nvSpPr>
        <p:spPr>
          <a:xfrm>
            <a:off x="10291480" y="5965767"/>
            <a:ext cx="178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</a:rPr>
              <a:t>Soumen Das</a:t>
            </a:r>
          </a:p>
          <a:p>
            <a:r>
              <a:rPr lang="en-US" b="1" dirty="0">
                <a:solidFill>
                  <a:srgbClr val="C00000"/>
                </a:solidFill>
              </a:rPr>
              <a:t>2025BSZ8209</a:t>
            </a:r>
            <a:endParaRPr lang="en-IN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4779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32B59-5514-C25A-5398-8445487AC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5061A5-5183-CDBC-AD72-38AC74B4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1992" y="841248"/>
            <a:ext cx="8330184" cy="57167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964230-E198-31EA-CAD7-CCC4DE7044CA}"/>
              </a:ext>
            </a:extLst>
          </p:cNvPr>
          <p:cNvSpPr txBox="1"/>
          <p:nvPr/>
        </p:nvSpPr>
        <p:spPr>
          <a:xfrm>
            <a:off x="260604" y="164592"/>
            <a:ext cx="116707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A Novel </a:t>
            </a:r>
            <a:r>
              <a:rPr lang="en-IN" sz="2000" b="1" dirty="0">
                <a:solidFill>
                  <a:srgbClr val="00B050"/>
                </a:solidFill>
              </a:rPr>
              <a:t>Multi-User</a:t>
            </a:r>
            <a:r>
              <a:rPr lang="en-IN" sz="2000" b="1" dirty="0"/>
              <a:t> </a:t>
            </a:r>
            <a:r>
              <a:rPr lang="en-IN" sz="2000" b="1" dirty="0">
                <a:solidFill>
                  <a:srgbClr val="0070C0"/>
                </a:solidFill>
              </a:rPr>
              <a:t>Quantum</a:t>
            </a:r>
            <a:r>
              <a:rPr lang="en-IN" sz="2000" b="1" dirty="0"/>
              <a:t> Communication System Using </a:t>
            </a:r>
            <a:r>
              <a:rPr lang="en-IN" sz="2000" b="1" dirty="0">
                <a:solidFill>
                  <a:srgbClr val="C00000"/>
                </a:solidFill>
              </a:rPr>
              <a:t>CDMA</a:t>
            </a:r>
            <a:r>
              <a:rPr lang="en-IN" sz="2000" b="1" dirty="0"/>
              <a:t> and </a:t>
            </a:r>
            <a:r>
              <a:rPr lang="en-IN" sz="2000" b="1" dirty="0">
                <a:solidFill>
                  <a:schemeClr val="accent5">
                    <a:lumMod val="75000"/>
                  </a:schemeClr>
                </a:solidFill>
              </a:rPr>
              <a:t>Quantum Fourier Transform</a:t>
            </a:r>
          </a:p>
        </p:txBody>
      </p:sp>
    </p:spTree>
    <p:extLst>
      <p:ext uri="{BB962C8B-B14F-4D97-AF65-F5344CB8AC3E}">
        <p14:creationId xmlns:p14="http://schemas.microsoft.com/office/powerpoint/2010/main" val="1775201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75F754F-0601-88DF-5863-04D3308965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409" y="1141274"/>
            <a:ext cx="5439534" cy="4982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8A8DEF1-7723-04A0-D499-6474D2F8A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38751"/>
            <a:ext cx="5991225" cy="31622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8C2586C-1C04-73F4-1B5B-716BD6F51A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3300984"/>
            <a:ext cx="5439535" cy="33346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0DA549-15C2-54FC-329F-C94061B439AA}"/>
              </a:ext>
            </a:extLst>
          </p:cNvPr>
          <p:cNvSpPr txBox="1"/>
          <p:nvPr/>
        </p:nvSpPr>
        <p:spPr>
          <a:xfrm>
            <a:off x="370332" y="222392"/>
            <a:ext cx="15499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+mj-lt"/>
              </a:rPr>
              <a:t>STEP 1</a:t>
            </a:r>
            <a:endParaRPr lang="en-IN" sz="2800" b="1" dirty="0">
              <a:solidFill>
                <a:srgbClr val="FF000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115317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24C5C-EEA0-2070-DF6B-F736523F2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C467354-9342-CA72-1806-E9F40E8204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2073" y="246888"/>
            <a:ext cx="5468111" cy="651967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FC12C7-7D7B-6259-C696-973F9C02B397}"/>
              </a:ext>
            </a:extLst>
          </p:cNvPr>
          <p:cNvSpPr txBox="1"/>
          <p:nvPr/>
        </p:nvSpPr>
        <p:spPr>
          <a:xfrm>
            <a:off x="370332" y="222392"/>
            <a:ext cx="15499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+mj-lt"/>
              </a:rPr>
              <a:t>STEP 2</a:t>
            </a:r>
            <a:endParaRPr lang="en-IN" sz="2800" b="1" dirty="0">
              <a:solidFill>
                <a:srgbClr val="FF000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58548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EF3B9-16C9-D2F5-4D28-2C7155DC2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A1636E8-6C29-750F-3F1A-6CF46398F1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980" y="128016"/>
            <a:ext cx="5225143" cy="64648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CC47263-A78F-9890-D54E-6FBFD1738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28" y="128016"/>
            <a:ext cx="5089072" cy="65333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4B8924F-04EC-EA2F-E89D-EA0EBA8B9749}"/>
              </a:ext>
            </a:extLst>
          </p:cNvPr>
          <p:cNvSpPr txBox="1"/>
          <p:nvPr/>
        </p:nvSpPr>
        <p:spPr>
          <a:xfrm>
            <a:off x="4562" y="0"/>
            <a:ext cx="15499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+mj-lt"/>
              </a:rPr>
              <a:t>STEP 3</a:t>
            </a:r>
            <a:endParaRPr lang="en-IN" sz="2800" b="1" dirty="0">
              <a:solidFill>
                <a:srgbClr val="FF000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78587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E2CF8-25C0-1798-A6C9-40838C826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8FF36F4-808B-505B-E376-C88D9FB33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33" y="249459"/>
            <a:ext cx="5619493" cy="615791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AA41683-D203-F4F2-F0FB-514E5B183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1" y="249458"/>
            <a:ext cx="5418835" cy="62519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7B75A6-B213-42F4-2E11-6063B06328F3}"/>
              </a:ext>
            </a:extLst>
          </p:cNvPr>
          <p:cNvSpPr txBox="1"/>
          <p:nvPr/>
        </p:nvSpPr>
        <p:spPr>
          <a:xfrm>
            <a:off x="2151125" y="100584"/>
            <a:ext cx="15499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+mj-lt"/>
              </a:rPr>
              <a:t>STEP 4</a:t>
            </a:r>
            <a:endParaRPr lang="en-IN" sz="2800" b="1" dirty="0">
              <a:solidFill>
                <a:srgbClr val="FF000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451523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29ECF-81D5-0ACB-249B-0CD0984D6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058DEB-CA2A-1F37-40FA-ACB6638449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034" y="128016"/>
            <a:ext cx="5947243" cy="64556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D1E82D-54CA-8537-624B-8E0FFDB69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19" y="146304"/>
            <a:ext cx="5572215" cy="6446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7805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5268B-232A-F29A-E57C-DCA08FBEF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818AAF-B8E8-1398-22B3-182CFA865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985" y="176212"/>
            <a:ext cx="5393724" cy="65055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6648CD-5A2A-7565-E74C-98D4C89EFFA5}"/>
              </a:ext>
            </a:extLst>
          </p:cNvPr>
          <p:cNvSpPr txBox="1"/>
          <p:nvPr/>
        </p:nvSpPr>
        <p:spPr>
          <a:xfrm>
            <a:off x="0" y="176212"/>
            <a:ext cx="15499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+mj-lt"/>
              </a:rPr>
              <a:t>STEP 5</a:t>
            </a:r>
            <a:endParaRPr lang="en-IN" sz="2800" b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E07EC-2177-DEC6-C8FB-C716D5F95219}"/>
              </a:ext>
            </a:extLst>
          </p:cNvPr>
          <p:cNvSpPr txBox="1"/>
          <p:nvPr/>
        </p:nvSpPr>
        <p:spPr>
          <a:xfrm>
            <a:off x="6659429" y="45407"/>
            <a:ext cx="15499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+mj-lt"/>
              </a:rPr>
              <a:t>STEP 6</a:t>
            </a:r>
            <a:endParaRPr lang="en-IN" sz="2800" b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F8D61E-46B6-FB3E-CD19-62740C6ED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0872" y="568627"/>
            <a:ext cx="5487964" cy="5617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8498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C8D27-6E0B-3753-A296-26239776B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69DD36-8795-9BFE-5B9F-A88AA9578F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692" y="542744"/>
            <a:ext cx="9506558" cy="5772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631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71738-7FBF-8D5A-3D20-3BCFF0090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4B3304C-576C-9E10-4F56-F69BF59D68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4" y="193945"/>
            <a:ext cx="11572875" cy="5630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134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30F93-D240-C146-4D6A-D066931EB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139FFE1-839E-E579-0427-4FE18FFC3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856" y="321770"/>
            <a:ext cx="10683528" cy="5932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940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3C752-1E11-F1B4-727C-2873CE3BC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15F6DD-1351-3597-0614-F02AD6966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355" y="85258"/>
            <a:ext cx="10717121" cy="6687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9471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DB659-CE95-B96C-B23E-E8BE4302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EEE737-37F6-AE4A-6090-7E0E3F42E4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88" y="152835"/>
            <a:ext cx="11393424" cy="5564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456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BDD85-F3D7-662A-E7C0-BB09D0936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07EC94-EDE5-D7CD-D92C-836B4CADDC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988" y="242996"/>
            <a:ext cx="11622024" cy="6221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0283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BCE24-DAB2-906A-FB97-E6EBFABD2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5745F8-80A5-7271-6862-3FEB80FDFD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53" y="180594"/>
            <a:ext cx="10542494" cy="6496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503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ED982-079F-233D-604E-CB30BFAA7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3343B1-C190-0A89-4B02-734885F81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62" y="177084"/>
            <a:ext cx="11572876" cy="6480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67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DA620-C93E-7C27-3633-CD0BF71C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A6B1883-AC34-70EF-C637-6F9C22B90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" y="160154"/>
            <a:ext cx="11817096" cy="6469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2676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EE0D6-FA8C-43CE-5FA3-71930FD3D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CDA7EE-8C20-86B6-FD4B-B947D8ADA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60766"/>
            <a:ext cx="11917680" cy="5947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0471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1C8C7-2F96-5860-D1B0-AC2F8E3BB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359790-FDFE-3A40-9B0F-A4A18AB5C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61525"/>
            <a:ext cx="11795760" cy="6449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380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0D4FF-60E6-CAEF-03DA-846322AB6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7F225-0E08-3DD6-B423-7277B4AD7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4" y="701953"/>
            <a:ext cx="10991851" cy="490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8767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B6E16-7BE6-0755-0701-731E00762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E90DA5-A8C5-26A9-E96A-D3CD10279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62" y="225564"/>
            <a:ext cx="11572875" cy="611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8211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F277C-162D-375F-137A-AC428C4AF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67AF7A-AF73-3EE0-7B5B-8B25054BB7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" y="131500"/>
            <a:ext cx="11740896" cy="6580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4886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44056-9D79-4988-AE6F-85A0CB339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F0760C-40EF-FDB5-286F-034DD9BD4C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2608"/>
            <a:ext cx="10122408" cy="630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5143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AD0BD-C0DB-FDE2-575A-900DAD071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2EAD227-FD56-65DC-F23E-8398B2859BF7}"/>
              </a:ext>
            </a:extLst>
          </p:cNvPr>
          <p:cNvSpPr txBox="1"/>
          <p:nvPr/>
        </p:nvSpPr>
        <p:spPr>
          <a:xfrm>
            <a:off x="607290" y="886691"/>
            <a:ext cx="10977419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</a:t>
            </a:r>
            <a:r>
              <a:rPr lang="en-US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QFT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  </a:t>
            </a: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transforms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Qubit from one-base to another to </a:t>
            </a:r>
            <a:r>
              <a:rPr lang="en-US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increases security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</a:t>
            </a:r>
            <a:r>
              <a:rPr lang="en-US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spreading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</a:t>
            </a:r>
            <a:r>
              <a:rPr lang="en-US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each user information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across </a:t>
            </a:r>
            <a:r>
              <a:rPr lang="en-US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multiple new basis vectors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QFT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</a:t>
            </a: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scaled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linearly from </a:t>
            </a:r>
            <a:r>
              <a:rPr lang="en-US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lang="en-US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N+1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Qubits order whereas </a:t>
            </a:r>
            <a:r>
              <a:rPr lang="en-US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classical DFT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</a:t>
            </a: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scale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en-US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powers of 2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as the </a:t>
            </a: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 of Qubits increased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QFT operation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going to </a:t>
            </a:r>
            <a:r>
              <a:rPr lang="en-US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exponentially complex </a:t>
            </a:r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Can we have a </a:t>
            </a:r>
            <a:r>
              <a:rPr lang="en-US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polynomial time</a:t>
            </a:r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solution in near future ?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accent5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accent5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accent5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 we also able to </a:t>
            </a:r>
            <a:r>
              <a:rPr lang="en-US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reduce</a:t>
            </a:r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circuit complexity </a:t>
            </a:r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without the loss of generality. Hence the </a:t>
            </a:r>
            <a:r>
              <a:rPr lang="en-US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IN" b="1" dirty="0">
              <a:solidFill>
                <a:schemeClr val="accent5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70900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FFEC4-BB92-2D95-F72E-6D819267B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E8AE74-DBD7-F83F-1629-57F55FECB102}"/>
              </a:ext>
            </a:extLst>
          </p:cNvPr>
          <p:cNvSpPr txBox="1"/>
          <p:nvPr/>
        </p:nvSpPr>
        <p:spPr>
          <a:xfrm>
            <a:off x="422563" y="175491"/>
            <a:ext cx="11667837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 </a:t>
            </a:r>
          </a:p>
          <a:p>
            <a:pPr marL="342900" indent="-342900"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Nielsen, M.A., Chuang, I.L.: Quantum Computation and Quantum Information, 2nd edn. Cambridge University Press/Massachusetts Institute of Technology, Cam bridge (2000) </a:t>
            </a:r>
          </a:p>
          <a:p>
            <a:pPr marL="342900" indent="-342900"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 Direct. https://www.sciencedirect.com/topics/computer-science/ quantum-circuit. Accessed 9 Oct 2020 </a:t>
            </a:r>
          </a:p>
          <a:p>
            <a:pPr marL="342900" indent="-342900"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Sharma, V., Banerjee, S.: Quantum communication using code division multiple access network. Opt. Quant. Electron. 52, 381 (2020). https://doi.org/10.1007/ s11082-020-02494-3</a:t>
            </a:r>
          </a:p>
          <a:p>
            <a:pPr marL="342900" indent="-342900"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Tan, X., Cheng, S., Li, J., Feng, Z.: Quantum key distribution protocol using quan tum Fourier transform. In: 2015 IEEE 29th International Conference on Advanced Information Networking and Applications Workshops,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Gwangiu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pp. 96–101 (2015). https://doi.org/10.1109/WAINA.2015.8 </a:t>
            </a:r>
          </a:p>
          <a:p>
            <a:pPr marL="342900" indent="-342900"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Kumavor, P.D., Beal, A.C., Yelin, S., Donkor, E., Wang, B.C.: Comparison of four multi-user quantum key distribution schemes over passive optical networks. J. Lightwave Technol. 23(1), 268–276 (2005). https://doi.org/10.1109/JLT.2004. 834481 </a:t>
            </a:r>
          </a:p>
          <a:p>
            <a:pPr marL="342900" indent="-342900"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Brassard, G., Bussieres, F., Godbout, N., Lacroix, S.: Multiuser quantum key dis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tribution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wavelength division multiplexing. In: Proceedings of SPIE 5260, Applications of Photonic Technology 6, (2003). https://doi.org/10.1117/12.543338 </a:t>
            </a:r>
          </a:p>
          <a:p>
            <a:pPr marL="342900" indent="-342900"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Xue, P., Wang, K., Wang, X.: Efficient multiuser quantum cryptography net work based on entanglement. Sci. Rep. 7, 45928 (2017).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https://doi.org/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10.1038/ srep45928</a:t>
            </a:r>
          </a:p>
          <a:p>
            <a:pPr marL="342900" indent="-342900"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10. Quirk- A drag-and-drop quantum circuit simulator. https://algassert.com/quirk. Accessed 9 Oct 2020 11.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qcircuit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Macros to generate quantum circuits. https://ctan.org/pkg/qcircuit. Accessed 9 Oct 2020</a:t>
            </a:r>
            <a:endParaRPr lang="en-IN" b="1" dirty="0">
              <a:solidFill>
                <a:schemeClr val="accent5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72554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76736-A95F-1B4B-51FF-769BCDF20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3036BC5-9EB6-AE29-5318-C2CD60682BA6}"/>
              </a:ext>
            </a:extLst>
          </p:cNvPr>
          <p:cNvSpPr txBox="1"/>
          <p:nvPr/>
        </p:nvSpPr>
        <p:spPr>
          <a:xfrm>
            <a:off x="3241548" y="2432304"/>
            <a:ext cx="48600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IN" sz="4400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337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539</TotalTime>
  <Words>586</Words>
  <Application>Microsoft Office PowerPoint</Application>
  <PresentationFormat>Widescreen</PresentationFormat>
  <Paragraphs>50</Paragraphs>
  <Slides>26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SOUMEN DAS</dc:creator>
  <cp:lastModifiedBy>SOUMEN DAS</cp:lastModifiedBy>
  <cp:revision>1</cp:revision>
  <dcterms:created xsi:type="dcterms:W3CDTF">2025-12-05T09:23:11Z</dcterms:created>
  <dcterms:modified xsi:type="dcterms:W3CDTF">2025-12-08T13:46:13Z</dcterms:modified>
</cp:coreProperties>
</file>